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084" r:id="rId2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00"/>
    <a:srgbClr val="073B4C"/>
    <a:srgbClr val="335FFE"/>
    <a:srgbClr val="ECF3F6"/>
    <a:srgbClr val="B5B5B5"/>
    <a:srgbClr val="DEDEDE"/>
    <a:srgbClr val="DDDDDD"/>
    <a:srgbClr val="BAC4C6"/>
    <a:srgbClr val="C4C9CE"/>
    <a:srgbClr val="6D77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85" autoAdjust="0"/>
    <p:restoredTop sz="91973" autoAdjust="0"/>
  </p:normalViewPr>
  <p:slideViewPr>
    <p:cSldViewPr snapToGrid="0" snapToObjects="1">
      <p:cViewPr varScale="1">
        <p:scale>
          <a:sx n="56" d="100"/>
          <a:sy n="56" d="100"/>
        </p:scale>
        <p:origin x="81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oppins Light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oppins Light" pitchFamily="2" charset="77"/>
              </a:defRPr>
            </a:lvl1pPr>
          </a:lstStyle>
          <a:p>
            <a:fld id="{EFC10EE1-B198-C942-8235-326C972CBB30}" type="datetimeFigureOut">
              <a:rPr lang="en-US" smtClean="0"/>
              <a:pPr/>
              <a:t>9/21/2025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oppins Light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oppins Light" pitchFamily="2" charset="77"/>
              </a:defRPr>
            </a:lvl1pPr>
          </a:lstStyle>
          <a:p>
            <a:fld id="{006BE02D-20C0-F840-AFAC-BEA99C74FDC2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Poppins Light" pitchFamily="2" charset="77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Poppins Light" pitchFamily="2" charset="77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Poppins Light" pitchFamily="2" charset="77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Poppins Light" pitchFamily="2" charset="77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Poppins Light" pitchFamily="2" charset="77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25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9"/>
            <a:ext cx="21025723" cy="2651126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284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</p:sldLayoutIdLst>
  <p:hf hdr="0" ftr="0" dt="0"/>
  <p:txStyles>
    <p:titleStyle>
      <a:lvl1pPr algn="l" defTabSz="1828434" rtl="0" eaLnBrk="1" latinLnBrk="0" hangingPunct="1">
        <a:lnSpc>
          <a:spcPct val="90000"/>
        </a:lnSpc>
        <a:spcBef>
          <a:spcPct val="0"/>
        </a:spcBef>
        <a:buNone/>
        <a:defRPr lang="en-US" sz="6000" b="1" i="0" kern="120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457109" indent="-457109" algn="l" defTabSz="1828434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lang="en-US" sz="48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1pPr>
      <a:lvl2pPr marL="137132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40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2pPr>
      <a:lvl3pPr marL="2285543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6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3pPr>
      <a:lvl4pPr marL="3199760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2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4pPr>
      <a:lvl5pPr marL="4113977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200" b="0" i="0" kern="1200" dirty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5pPr>
      <a:lvl6pPr marL="5028194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2411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6628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084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1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434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651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6868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086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303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52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373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78" userDrawn="1">
          <p15:clr>
            <a:srgbClr val="A4A3A4"/>
          </p15:clr>
        </p15:guide>
        <p15:guide id="3" pos="14398" userDrawn="1">
          <p15:clr>
            <a:srgbClr val="A4A3A4"/>
          </p15:clr>
        </p15:guide>
        <p15:guide id="4" pos="958" userDrawn="1">
          <p15:clr>
            <a:srgbClr val="A4A3A4"/>
          </p15:clr>
        </p15:guide>
        <p15:guide id="5" orient="horz" pos="8160" userDrawn="1">
          <p15:clr>
            <a:srgbClr val="A4A3A4"/>
          </p15:clr>
        </p15:guide>
        <p15:guide id="6" orient="horz" pos="480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B94CD-1498-CB4B-96D4-EE7741C552B8}"/>
              </a:ext>
            </a:extLst>
          </p:cNvPr>
          <p:cNvSpPr txBox="1"/>
          <p:nvPr/>
        </p:nvSpPr>
        <p:spPr>
          <a:xfrm>
            <a:off x="6852301" y="612372"/>
            <a:ext cx="106731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PROJETO SUPERVISIONADO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438A1-9788-1D4D-A84E-3715C61E3A3E}"/>
              </a:ext>
            </a:extLst>
          </p:cNvPr>
          <p:cNvSpPr txBox="1"/>
          <p:nvPr/>
        </p:nvSpPr>
        <p:spPr>
          <a:xfrm>
            <a:off x="7921471" y="1575186"/>
            <a:ext cx="8534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spc="300" dirty="0">
                <a:solidFill>
                  <a:schemeClr val="bg1">
                    <a:lumMod val="65000"/>
                  </a:schemeClr>
                </a:solidFill>
                <a:latin typeface="Poppins Light" pitchFamily="2" charset="77"/>
                <a:cs typeface="Poppins Light" pitchFamily="2" charset="77"/>
              </a:rPr>
              <a:t>EXLAPP02C1-N1-02 | Ricardo Frohlich da Silva</a:t>
            </a:r>
          </a:p>
        </p:txBody>
      </p:sp>
      <p:sp>
        <p:nvSpPr>
          <p:cNvPr id="4" name="Freeform: Shape 122">
            <a:extLst>
              <a:ext uri="{FF2B5EF4-FFF2-40B4-BE49-F238E27FC236}">
                <a16:creationId xmlns:a16="http://schemas.microsoft.com/office/drawing/2014/main" id="{63F4332E-3188-BF4F-9D63-C6933CD98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13509" y="3738520"/>
            <a:ext cx="4338217" cy="927064"/>
          </a:xfrm>
          <a:custGeom>
            <a:avLst/>
            <a:gdLst>
              <a:gd name="connsiteX0" fmla="*/ 0 w 4338217"/>
              <a:gd name="connsiteY0" fmla="*/ 774502 h 927064"/>
              <a:gd name="connsiteX1" fmla="*/ 37167 w 4338217"/>
              <a:gd name="connsiteY1" fmla="*/ 774502 h 927064"/>
              <a:gd name="connsiteX2" fmla="*/ 37167 w 4338217"/>
              <a:gd name="connsiteY2" fmla="*/ 927064 h 927064"/>
              <a:gd name="connsiteX3" fmla="*/ 0 w 4338217"/>
              <a:gd name="connsiteY3" fmla="*/ 927064 h 927064"/>
              <a:gd name="connsiteX4" fmla="*/ 4300967 w 4338217"/>
              <a:gd name="connsiteY4" fmla="*/ 576756 h 927064"/>
              <a:gd name="connsiteX5" fmla="*/ 4338217 w 4338217"/>
              <a:gd name="connsiteY5" fmla="*/ 576756 h 927064"/>
              <a:gd name="connsiteX6" fmla="*/ 4338217 w 4338217"/>
              <a:gd name="connsiteY6" fmla="*/ 729318 h 927064"/>
              <a:gd name="connsiteX7" fmla="*/ 4300967 w 4338217"/>
              <a:gd name="connsiteY7" fmla="*/ 729318 h 927064"/>
              <a:gd name="connsiteX8" fmla="*/ 0 w 4338217"/>
              <a:gd name="connsiteY8" fmla="*/ 472392 h 927064"/>
              <a:gd name="connsiteX9" fmla="*/ 37167 w 4338217"/>
              <a:gd name="connsiteY9" fmla="*/ 472392 h 927064"/>
              <a:gd name="connsiteX10" fmla="*/ 37167 w 4338217"/>
              <a:gd name="connsiteY10" fmla="*/ 624944 h 927064"/>
              <a:gd name="connsiteX11" fmla="*/ 0 w 4338217"/>
              <a:gd name="connsiteY11" fmla="*/ 624944 h 927064"/>
              <a:gd name="connsiteX12" fmla="*/ 4328010 w 4338217"/>
              <a:gd name="connsiteY12" fmla="*/ 269152 h 927064"/>
              <a:gd name="connsiteX13" fmla="*/ 4338151 w 4338217"/>
              <a:gd name="connsiteY13" fmla="*/ 349129 h 927064"/>
              <a:gd name="connsiteX14" fmla="*/ 4338151 w 4338217"/>
              <a:gd name="connsiteY14" fmla="*/ 421724 h 927064"/>
              <a:gd name="connsiteX15" fmla="*/ 4298854 w 4338217"/>
              <a:gd name="connsiteY15" fmla="*/ 421724 h 927064"/>
              <a:gd name="connsiteX16" fmla="*/ 4298854 w 4338217"/>
              <a:gd name="connsiteY16" fmla="*/ 349129 h 927064"/>
              <a:gd name="connsiteX17" fmla="*/ 4289981 w 4338217"/>
              <a:gd name="connsiteY17" fmla="*/ 276535 h 927064"/>
              <a:gd name="connsiteX18" fmla="*/ 49189 w 4338217"/>
              <a:gd name="connsiteY18" fmla="*/ 164788 h 927064"/>
              <a:gd name="connsiteX19" fmla="*/ 81162 w 4338217"/>
              <a:gd name="connsiteY19" fmla="*/ 186280 h 927064"/>
              <a:gd name="connsiteX20" fmla="*/ 35662 w 4338217"/>
              <a:gd name="connsiteY20" fmla="*/ 322817 h 927064"/>
              <a:gd name="connsiteX21" fmla="*/ 0 w 4338217"/>
              <a:gd name="connsiteY21" fmla="*/ 319024 h 927064"/>
              <a:gd name="connsiteX22" fmla="*/ 49189 w 4338217"/>
              <a:gd name="connsiteY22" fmla="*/ 164788 h 927064"/>
              <a:gd name="connsiteX23" fmla="*/ 4128982 w 4338217"/>
              <a:gd name="connsiteY23" fmla="*/ 27463 h 927064"/>
              <a:gd name="connsiteX24" fmla="*/ 4255793 w 4338217"/>
              <a:gd name="connsiteY24" fmla="*/ 122413 h 927064"/>
              <a:gd name="connsiteX25" fmla="*/ 4227476 w 4338217"/>
              <a:gd name="connsiteY25" fmla="*/ 147075 h 927064"/>
              <a:gd name="connsiteX26" fmla="*/ 4114208 w 4338217"/>
              <a:gd name="connsiteY26" fmla="*/ 61990 h 927064"/>
              <a:gd name="connsiteX27" fmla="*/ 3823084 w 4338217"/>
              <a:gd name="connsiteY27" fmla="*/ 0 h 927064"/>
              <a:gd name="connsiteX28" fmla="*/ 3975636 w 4338217"/>
              <a:gd name="connsiteY28" fmla="*/ 0 h 927064"/>
              <a:gd name="connsiteX29" fmla="*/ 3975636 w 4338217"/>
              <a:gd name="connsiteY29" fmla="*/ 37248 h 927064"/>
              <a:gd name="connsiteX30" fmla="*/ 3823084 w 4338217"/>
              <a:gd name="connsiteY30" fmla="*/ 37248 h 927064"/>
              <a:gd name="connsiteX31" fmla="*/ 3515479 w 4338217"/>
              <a:gd name="connsiteY31" fmla="*/ 0 h 927064"/>
              <a:gd name="connsiteX32" fmla="*/ 3668041 w 4338217"/>
              <a:gd name="connsiteY32" fmla="*/ 0 h 927064"/>
              <a:gd name="connsiteX33" fmla="*/ 3668041 w 4338217"/>
              <a:gd name="connsiteY33" fmla="*/ 37248 h 927064"/>
              <a:gd name="connsiteX34" fmla="*/ 3515479 w 4338217"/>
              <a:gd name="connsiteY34" fmla="*/ 37248 h 927064"/>
              <a:gd name="connsiteX35" fmla="*/ 3213366 w 4338217"/>
              <a:gd name="connsiteY35" fmla="*/ 0 h 927064"/>
              <a:gd name="connsiteX36" fmla="*/ 3365918 w 4338217"/>
              <a:gd name="connsiteY36" fmla="*/ 0 h 927064"/>
              <a:gd name="connsiteX37" fmla="*/ 3365918 w 4338217"/>
              <a:gd name="connsiteY37" fmla="*/ 37248 h 927064"/>
              <a:gd name="connsiteX38" fmla="*/ 3213366 w 4338217"/>
              <a:gd name="connsiteY38" fmla="*/ 37248 h 927064"/>
              <a:gd name="connsiteX39" fmla="*/ 2905762 w 4338217"/>
              <a:gd name="connsiteY39" fmla="*/ 0 h 927064"/>
              <a:gd name="connsiteX40" fmla="*/ 3058314 w 4338217"/>
              <a:gd name="connsiteY40" fmla="*/ 0 h 927064"/>
              <a:gd name="connsiteX41" fmla="*/ 3058314 w 4338217"/>
              <a:gd name="connsiteY41" fmla="*/ 37248 h 927064"/>
              <a:gd name="connsiteX42" fmla="*/ 2905762 w 4338217"/>
              <a:gd name="connsiteY42" fmla="*/ 37248 h 927064"/>
              <a:gd name="connsiteX43" fmla="*/ 2603652 w 4338217"/>
              <a:gd name="connsiteY43" fmla="*/ 0 h 927064"/>
              <a:gd name="connsiteX44" fmla="*/ 2756214 w 4338217"/>
              <a:gd name="connsiteY44" fmla="*/ 0 h 927064"/>
              <a:gd name="connsiteX45" fmla="*/ 2756214 w 4338217"/>
              <a:gd name="connsiteY45" fmla="*/ 37248 h 927064"/>
              <a:gd name="connsiteX46" fmla="*/ 2603652 w 4338217"/>
              <a:gd name="connsiteY46" fmla="*/ 37248 h 927064"/>
              <a:gd name="connsiteX47" fmla="*/ 2296047 w 4338217"/>
              <a:gd name="connsiteY47" fmla="*/ 0 h 927064"/>
              <a:gd name="connsiteX48" fmla="*/ 2448599 w 4338217"/>
              <a:gd name="connsiteY48" fmla="*/ 0 h 927064"/>
              <a:gd name="connsiteX49" fmla="*/ 2448599 w 4338217"/>
              <a:gd name="connsiteY49" fmla="*/ 37248 h 927064"/>
              <a:gd name="connsiteX50" fmla="*/ 2296047 w 4338217"/>
              <a:gd name="connsiteY50" fmla="*/ 37248 h 927064"/>
              <a:gd name="connsiteX51" fmla="*/ 1993934 w 4338217"/>
              <a:gd name="connsiteY51" fmla="*/ 0 h 927064"/>
              <a:gd name="connsiteX52" fmla="*/ 2146496 w 4338217"/>
              <a:gd name="connsiteY52" fmla="*/ 0 h 927064"/>
              <a:gd name="connsiteX53" fmla="*/ 2146496 w 4338217"/>
              <a:gd name="connsiteY53" fmla="*/ 37248 h 927064"/>
              <a:gd name="connsiteX54" fmla="*/ 1993934 w 4338217"/>
              <a:gd name="connsiteY54" fmla="*/ 37248 h 927064"/>
              <a:gd name="connsiteX55" fmla="*/ 1686330 w 4338217"/>
              <a:gd name="connsiteY55" fmla="*/ 0 h 927064"/>
              <a:gd name="connsiteX56" fmla="*/ 1838882 w 4338217"/>
              <a:gd name="connsiteY56" fmla="*/ 0 h 927064"/>
              <a:gd name="connsiteX57" fmla="*/ 1838882 w 4338217"/>
              <a:gd name="connsiteY57" fmla="*/ 37248 h 927064"/>
              <a:gd name="connsiteX58" fmla="*/ 1686330 w 4338217"/>
              <a:gd name="connsiteY58" fmla="*/ 37248 h 927064"/>
              <a:gd name="connsiteX59" fmla="*/ 1384220 w 4338217"/>
              <a:gd name="connsiteY59" fmla="*/ 0 h 927064"/>
              <a:gd name="connsiteX60" fmla="*/ 1536772 w 4338217"/>
              <a:gd name="connsiteY60" fmla="*/ 0 h 927064"/>
              <a:gd name="connsiteX61" fmla="*/ 1536772 w 4338217"/>
              <a:gd name="connsiteY61" fmla="*/ 37248 h 927064"/>
              <a:gd name="connsiteX62" fmla="*/ 1384220 w 4338217"/>
              <a:gd name="connsiteY62" fmla="*/ 37248 h 927064"/>
              <a:gd name="connsiteX63" fmla="*/ 1076616 w 4338217"/>
              <a:gd name="connsiteY63" fmla="*/ 0 h 927064"/>
              <a:gd name="connsiteX64" fmla="*/ 1229178 w 4338217"/>
              <a:gd name="connsiteY64" fmla="*/ 0 h 927064"/>
              <a:gd name="connsiteX65" fmla="*/ 1229178 w 4338217"/>
              <a:gd name="connsiteY65" fmla="*/ 37248 h 927064"/>
              <a:gd name="connsiteX66" fmla="*/ 1076616 w 4338217"/>
              <a:gd name="connsiteY66" fmla="*/ 37248 h 927064"/>
              <a:gd name="connsiteX67" fmla="*/ 774502 w 4338217"/>
              <a:gd name="connsiteY67" fmla="*/ 0 h 927064"/>
              <a:gd name="connsiteX68" fmla="*/ 927054 w 4338217"/>
              <a:gd name="connsiteY68" fmla="*/ 0 h 927064"/>
              <a:gd name="connsiteX69" fmla="*/ 927054 w 4338217"/>
              <a:gd name="connsiteY69" fmla="*/ 37248 h 927064"/>
              <a:gd name="connsiteX70" fmla="*/ 774502 w 4338217"/>
              <a:gd name="connsiteY70" fmla="*/ 37248 h 927064"/>
              <a:gd name="connsiteX71" fmla="*/ 466898 w 4338217"/>
              <a:gd name="connsiteY71" fmla="*/ 0 h 927064"/>
              <a:gd name="connsiteX72" fmla="*/ 619450 w 4338217"/>
              <a:gd name="connsiteY72" fmla="*/ 0 h 927064"/>
              <a:gd name="connsiteX73" fmla="*/ 619450 w 4338217"/>
              <a:gd name="connsiteY73" fmla="*/ 37248 h 927064"/>
              <a:gd name="connsiteX74" fmla="*/ 466898 w 4338217"/>
              <a:gd name="connsiteY74" fmla="*/ 37248 h 927064"/>
              <a:gd name="connsiteX75" fmla="*/ 314899 w 4338217"/>
              <a:gd name="connsiteY75" fmla="*/ 0 h 927064"/>
              <a:gd name="connsiteX76" fmla="*/ 317360 w 4338217"/>
              <a:gd name="connsiteY76" fmla="*/ 38122 h 927064"/>
              <a:gd name="connsiteX77" fmla="*/ 184475 w 4338217"/>
              <a:gd name="connsiteY77" fmla="*/ 81163 h 927064"/>
              <a:gd name="connsiteX78" fmla="*/ 164788 w 4338217"/>
              <a:gd name="connsiteY78" fmla="*/ 50419 h 927064"/>
              <a:gd name="connsiteX79" fmla="*/ 314899 w 4338217"/>
              <a:gd name="connsiteY79" fmla="*/ 0 h 927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4338217" h="927064">
                <a:moveTo>
                  <a:pt x="0" y="774502"/>
                </a:moveTo>
                <a:lnTo>
                  <a:pt x="37167" y="774502"/>
                </a:lnTo>
                <a:lnTo>
                  <a:pt x="37167" y="927064"/>
                </a:lnTo>
                <a:lnTo>
                  <a:pt x="0" y="927064"/>
                </a:lnTo>
                <a:close/>
                <a:moveTo>
                  <a:pt x="4300967" y="576756"/>
                </a:moveTo>
                <a:lnTo>
                  <a:pt x="4338217" y="576756"/>
                </a:lnTo>
                <a:lnTo>
                  <a:pt x="4338217" y="729318"/>
                </a:lnTo>
                <a:lnTo>
                  <a:pt x="4300967" y="729318"/>
                </a:lnTo>
                <a:close/>
                <a:moveTo>
                  <a:pt x="0" y="472392"/>
                </a:moveTo>
                <a:lnTo>
                  <a:pt x="37167" y="472392"/>
                </a:lnTo>
                <a:lnTo>
                  <a:pt x="37167" y="624944"/>
                </a:lnTo>
                <a:lnTo>
                  <a:pt x="0" y="624944"/>
                </a:lnTo>
                <a:close/>
                <a:moveTo>
                  <a:pt x="4328010" y="269152"/>
                </a:moveTo>
                <a:cubicBezTo>
                  <a:pt x="4334348" y="294991"/>
                  <a:pt x="4338151" y="322060"/>
                  <a:pt x="4338151" y="349129"/>
                </a:cubicBezTo>
                <a:lnTo>
                  <a:pt x="4338151" y="421724"/>
                </a:lnTo>
                <a:lnTo>
                  <a:pt x="4298854" y="421724"/>
                </a:lnTo>
                <a:lnTo>
                  <a:pt x="4298854" y="349129"/>
                </a:lnTo>
                <a:cubicBezTo>
                  <a:pt x="4298854" y="325751"/>
                  <a:pt x="4296319" y="301143"/>
                  <a:pt x="4289981" y="276535"/>
                </a:cubicBezTo>
                <a:close/>
                <a:moveTo>
                  <a:pt x="49189" y="164788"/>
                </a:moveTo>
                <a:lnTo>
                  <a:pt x="81162" y="186280"/>
                </a:lnTo>
                <a:cubicBezTo>
                  <a:pt x="55338" y="228000"/>
                  <a:pt x="39351" y="273512"/>
                  <a:pt x="35662" y="322817"/>
                </a:cubicBezTo>
                <a:lnTo>
                  <a:pt x="0" y="319024"/>
                </a:lnTo>
                <a:cubicBezTo>
                  <a:pt x="3689" y="264662"/>
                  <a:pt x="22135" y="211565"/>
                  <a:pt x="49189" y="164788"/>
                </a:cubicBezTo>
                <a:close/>
                <a:moveTo>
                  <a:pt x="4128982" y="27463"/>
                </a:moveTo>
                <a:cubicBezTo>
                  <a:pt x="4178229" y="48426"/>
                  <a:pt x="4222551" y="81720"/>
                  <a:pt x="4255793" y="122413"/>
                </a:cubicBezTo>
                <a:lnTo>
                  <a:pt x="4227476" y="147075"/>
                </a:lnTo>
                <a:cubicBezTo>
                  <a:pt x="4196697" y="110082"/>
                  <a:pt x="4158530" y="81720"/>
                  <a:pt x="4114208" y="61990"/>
                </a:cubicBezTo>
                <a:close/>
                <a:moveTo>
                  <a:pt x="3823084" y="0"/>
                </a:moveTo>
                <a:lnTo>
                  <a:pt x="3975636" y="0"/>
                </a:lnTo>
                <a:lnTo>
                  <a:pt x="3975636" y="37248"/>
                </a:lnTo>
                <a:lnTo>
                  <a:pt x="3823084" y="37248"/>
                </a:lnTo>
                <a:close/>
                <a:moveTo>
                  <a:pt x="3515479" y="0"/>
                </a:moveTo>
                <a:lnTo>
                  <a:pt x="3668041" y="0"/>
                </a:lnTo>
                <a:lnTo>
                  <a:pt x="3668041" y="37248"/>
                </a:lnTo>
                <a:lnTo>
                  <a:pt x="3515479" y="37248"/>
                </a:lnTo>
                <a:close/>
                <a:moveTo>
                  <a:pt x="3213366" y="0"/>
                </a:moveTo>
                <a:lnTo>
                  <a:pt x="3365918" y="0"/>
                </a:lnTo>
                <a:lnTo>
                  <a:pt x="3365918" y="37248"/>
                </a:lnTo>
                <a:lnTo>
                  <a:pt x="3213366" y="37248"/>
                </a:lnTo>
                <a:close/>
                <a:moveTo>
                  <a:pt x="2905762" y="0"/>
                </a:moveTo>
                <a:lnTo>
                  <a:pt x="3058314" y="0"/>
                </a:lnTo>
                <a:lnTo>
                  <a:pt x="3058314" y="37248"/>
                </a:lnTo>
                <a:lnTo>
                  <a:pt x="2905762" y="37248"/>
                </a:lnTo>
                <a:close/>
                <a:moveTo>
                  <a:pt x="2603652" y="0"/>
                </a:moveTo>
                <a:lnTo>
                  <a:pt x="2756214" y="0"/>
                </a:lnTo>
                <a:lnTo>
                  <a:pt x="2756214" y="37248"/>
                </a:lnTo>
                <a:lnTo>
                  <a:pt x="2603652" y="37248"/>
                </a:lnTo>
                <a:close/>
                <a:moveTo>
                  <a:pt x="2296047" y="0"/>
                </a:moveTo>
                <a:lnTo>
                  <a:pt x="2448599" y="0"/>
                </a:lnTo>
                <a:lnTo>
                  <a:pt x="2448599" y="37248"/>
                </a:lnTo>
                <a:lnTo>
                  <a:pt x="2296047" y="37248"/>
                </a:lnTo>
                <a:close/>
                <a:moveTo>
                  <a:pt x="1993934" y="0"/>
                </a:moveTo>
                <a:lnTo>
                  <a:pt x="2146496" y="0"/>
                </a:lnTo>
                <a:lnTo>
                  <a:pt x="2146496" y="37248"/>
                </a:lnTo>
                <a:lnTo>
                  <a:pt x="1993934" y="37248"/>
                </a:lnTo>
                <a:close/>
                <a:moveTo>
                  <a:pt x="1686330" y="0"/>
                </a:moveTo>
                <a:lnTo>
                  <a:pt x="1838882" y="0"/>
                </a:lnTo>
                <a:lnTo>
                  <a:pt x="1838882" y="37248"/>
                </a:lnTo>
                <a:lnTo>
                  <a:pt x="1686330" y="37248"/>
                </a:lnTo>
                <a:close/>
                <a:moveTo>
                  <a:pt x="1384220" y="0"/>
                </a:moveTo>
                <a:lnTo>
                  <a:pt x="1536772" y="0"/>
                </a:lnTo>
                <a:lnTo>
                  <a:pt x="1536772" y="37248"/>
                </a:lnTo>
                <a:lnTo>
                  <a:pt x="1384220" y="37248"/>
                </a:lnTo>
                <a:close/>
                <a:moveTo>
                  <a:pt x="1076616" y="0"/>
                </a:moveTo>
                <a:lnTo>
                  <a:pt x="1229178" y="0"/>
                </a:lnTo>
                <a:lnTo>
                  <a:pt x="1229178" y="37248"/>
                </a:lnTo>
                <a:lnTo>
                  <a:pt x="1076616" y="37248"/>
                </a:lnTo>
                <a:close/>
                <a:moveTo>
                  <a:pt x="774502" y="0"/>
                </a:moveTo>
                <a:lnTo>
                  <a:pt x="927054" y="0"/>
                </a:lnTo>
                <a:lnTo>
                  <a:pt x="927054" y="37248"/>
                </a:lnTo>
                <a:lnTo>
                  <a:pt x="774502" y="37248"/>
                </a:lnTo>
                <a:close/>
                <a:moveTo>
                  <a:pt x="466898" y="0"/>
                </a:moveTo>
                <a:lnTo>
                  <a:pt x="619450" y="0"/>
                </a:lnTo>
                <a:lnTo>
                  <a:pt x="619450" y="37248"/>
                </a:lnTo>
                <a:lnTo>
                  <a:pt x="466898" y="37248"/>
                </a:lnTo>
                <a:close/>
                <a:moveTo>
                  <a:pt x="314899" y="0"/>
                </a:moveTo>
                <a:lnTo>
                  <a:pt x="317360" y="38122"/>
                </a:lnTo>
                <a:cubicBezTo>
                  <a:pt x="270604" y="41811"/>
                  <a:pt x="225078" y="56568"/>
                  <a:pt x="184475" y="81163"/>
                </a:cubicBezTo>
                <a:lnTo>
                  <a:pt x="164788" y="50419"/>
                </a:lnTo>
                <a:cubicBezTo>
                  <a:pt x="209083" y="22135"/>
                  <a:pt x="261991" y="4919"/>
                  <a:pt x="31489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/>
          </a:p>
        </p:txBody>
      </p:sp>
      <p:sp>
        <p:nvSpPr>
          <p:cNvPr id="5" name="Freeform: Shape 121">
            <a:extLst>
              <a:ext uri="{FF2B5EF4-FFF2-40B4-BE49-F238E27FC236}">
                <a16:creationId xmlns:a16="http://schemas.microsoft.com/office/drawing/2014/main" id="{A8F88457-E462-BE4F-882A-2615FD062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586" y="3738520"/>
            <a:ext cx="4343709" cy="927064"/>
          </a:xfrm>
          <a:custGeom>
            <a:avLst/>
            <a:gdLst>
              <a:gd name="connsiteX0" fmla="*/ 0 w 4343709"/>
              <a:gd name="connsiteY0" fmla="*/ 774502 h 927064"/>
              <a:gd name="connsiteX1" fmla="*/ 37247 w 4343709"/>
              <a:gd name="connsiteY1" fmla="*/ 774502 h 927064"/>
              <a:gd name="connsiteX2" fmla="*/ 37247 w 4343709"/>
              <a:gd name="connsiteY2" fmla="*/ 927064 h 927064"/>
              <a:gd name="connsiteX3" fmla="*/ 0 w 4343709"/>
              <a:gd name="connsiteY3" fmla="*/ 927064 h 927064"/>
              <a:gd name="connsiteX4" fmla="*/ 4306461 w 4343709"/>
              <a:gd name="connsiteY4" fmla="*/ 576756 h 927064"/>
              <a:gd name="connsiteX5" fmla="*/ 4343709 w 4343709"/>
              <a:gd name="connsiteY5" fmla="*/ 576756 h 927064"/>
              <a:gd name="connsiteX6" fmla="*/ 4343709 w 4343709"/>
              <a:gd name="connsiteY6" fmla="*/ 729318 h 927064"/>
              <a:gd name="connsiteX7" fmla="*/ 4306461 w 4343709"/>
              <a:gd name="connsiteY7" fmla="*/ 729318 h 927064"/>
              <a:gd name="connsiteX8" fmla="*/ 0 w 4343709"/>
              <a:gd name="connsiteY8" fmla="*/ 472392 h 927064"/>
              <a:gd name="connsiteX9" fmla="*/ 37247 w 4343709"/>
              <a:gd name="connsiteY9" fmla="*/ 472392 h 927064"/>
              <a:gd name="connsiteX10" fmla="*/ 37247 w 4343709"/>
              <a:gd name="connsiteY10" fmla="*/ 624944 h 927064"/>
              <a:gd name="connsiteX11" fmla="*/ 0 w 4343709"/>
              <a:gd name="connsiteY11" fmla="*/ 624944 h 927064"/>
              <a:gd name="connsiteX12" fmla="*/ 4334503 w 4343709"/>
              <a:gd name="connsiteY12" fmla="*/ 269152 h 927064"/>
              <a:gd name="connsiteX13" fmla="*/ 4343609 w 4343709"/>
              <a:gd name="connsiteY13" fmla="*/ 349129 h 927064"/>
              <a:gd name="connsiteX14" fmla="*/ 4343609 w 4343709"/>
              <a:gd name="connsiteY14" fmla="*/ 421724 h 927064"/>
              <a:gd name="connsiteX15" fmla="*/ 4303281 w 4343709"/>
              <a:gd name="connsiteY15" fmla="*/ 421724 h 927064"/>
              <a:gd name="connsiteX16" fmla="*/ 4303281 w 4343709"/>
              <a:gd name="connsiteY16" fmla="*/ 349129 h 927064"/>
              <a:gd name="connsiteX17" fmla="*/ 4295475 w 4343709"/>
              <a:gd name="connsiteY17" fmla="*/ 276535 h 927064"/>
              <a:gd name="connsiteX18" fmla="*/ 55171 w 4343709"/>
              <a:gd name="connsiteY18" fmla="*/ 164788 h 927064"/>
              <a:gd name="connsiteX19" fmla="*/ 86675 w 4343709"/>
              <a:gd name="connsiteY19" fmla="*/ 186280 h 927064"/>
              <a:gd name="connsiteX20" fmla="*/ 41842 w 4343709"/>
              <a:gd name="connsiteY20" fmla="*/ 322817 h 927064"/>
              <a:gd name="connsiteX21" fmla="*/ 5491 w 4343709"/>
              <a:gd name="connsiteY21" fmla="*/ 319024 h 927064"/>
              <a:gd name="connsiteX22" fmla="*/ 55171 w 4343709"/>
              <a:gd name="connsiteY22" fmla="*/ 164788 h 927064"/>
              <a:gd name="connsiteX23" fmla="*/ 4135707 w 4343709"/>
              <a:gd name="connsiteY23" fmla="*/ 27463 h 927064"/>
              <a:gd name="connsiteX24" fmla="*/ 4261287 w 4343709"/>
              <a:gd name="connsiteY24" fmla="*/ 122413 h 927064"/>
              <a:gd name="connsiteX25" fmla="*/ 4232970 w 4343709"/>
              <a:gd name="connsiteY25" fmla="*/ 147075 h 927064"/>
              <a:gd name="connsiteX26" fmla="*/ 4119702 w 4343709"/>
              <a:gd name="connsiteY26" fmla="*/ 61990 h 927064"/>
              <a:gd name="connsiteX27" fmla="*/ 3828574 w 4343709"/>
              <a:gd name="connsiteY27" fmla="*/ 0 h 927064"/>
              <a:gd name="connsiteX28" fmla="*/ 3981136 w 4343709"/>
              <a:gd name="connsiteY28" fmla="*/ 0 h 927064"/>
              <a:gd name="connsiteX29" fmla="*/ 3981136 w 4343709"/>
              <a:gd name="connsiteY29" fmla="*/ 37248 h 927064"/>
              <a:gd name="connsiteX30" fmla="*/ 3828574 w 4343709"/>
              <a:gd name="connsiteY30" fmla="*/ 37248 h 927064"/>
              <a:gd name="connsiteX31" fmla="*/ 3520970 w 4343709"/>
              <a:gd name="connsiteY31" fmla="*/ 0 h 927064"/>
              <a:gd name="connsiteX32" fmla="*/ 3673522 w 4343709"/>
              <a:gd name="connsiteY32" fmla="*/ 0 h 927064"/>
              <a:gd name="connsiteX33" fmla="*/ 3673522 w 4343709"/>
              <a:gd name="connsiteY33" fmla="*/ 37248 h 927064"/>
              <a:gd name="connsiteX34" fmla="*/ 3520970 w 4343709"/>
              <a:gd name="connsiteY34" fmla="*/ 37248 h 927064"/>
              <a:gd name="connsiteX35" fmla="*/ 3218860 w 4343709"/>
              <a:gd name="connsiteY35" fmla="*/ 0 h 927064"/>
              <a:gd name="connsiteX36" fmla="*/ 3371412 w 4343709"/>
              <a:gd name="connsiteY36" fmla="*/ 0 h 927064"/>
              <a:gd name="connsiteX37" fmla="*/ 3371412 w 4343709"/>
              <a:gd name="connsiteY37" fmla="*/ 37248 h 927064"/>
              <a:gd name="connsiteX38" fmla="*/ 3218860 w 4343709"/>
              <a:gd name="connsiteY38" fmla="*/ 37248 h 927064"/>
              <a:gd name="connsiteX39" fmla="*/ 2911256 w 4343709"/>
              <a:gd name="connsiteY39" fmla="*/ 0 h 927064"/>
              <a:gd name="connsiteX40" fmla="*/ 3063818 w 4343709"/>
              <a:gd name="connsiteY40" fmla="*/ 0 h 927064"/>
              <a:gd name="connsiteX41" fmla="*/ 3063818 w 4343709"/>
              <a:gd name="connsiteY41" fmla="*/ 37248 h 927064"/>
              <a:gd name="connsiteX42" fmla="*/ 2911256 w 4343709"/>
              <a:gd name="connsiteY42" fmla="*/ 37248 h 927064"/>
              <a:gd name="connsiteX43" fmla="*/ 2609142 w 4343709"/>
              <a:gd name="connsiteY43" fmla="*/ 0 h 927064"/>
              <a:gd name="connsiteX44" fmla="*/ 2761694 w 4343709"/>
              <a:gd name="connsiteY44" fmla="*/ 0 h 927064"/>
              <a:gd name="connsiteX45" fmla="*/ 2761694 w 4343709"/>
              <a:gd name="connsiteY45" fmla="*/ 37248 h 927064"/>
              <a:gd name="connsiteX46" fmla="*/ 2609142 w 4343709"/>
              <a:gd name="connsiteY46" fmla="*/ 37248 h 927064"/>
              <a:gd name="connsiteX47" fmla="*/ 2301538 w 4343709"/>
              <a:gd name="connsiteY47" fmla="*/ 0 h 927064"/>
              <a:gd name="connsiteX48" fmla="*/ 2454090 w 4343709"/>
              <a:gd name="connsiteY48" fmla="*/ 0 h 927064"/>
              <a:gd name="connsiteX49" fmla="*/ 2454090 w 4343709"/>
              <a:gd name="connsiteY49" fmla="*/ 37248 h 927064"/>
              <a:gd name="connsiteX50" fmla="*/ 2301538 w 4343709"/>
              <a:gd name="connsiteY50" fmla="*/ 37248 h 927064"/>
              <a:gd name="connsiteX51" fmla="*/ 1999428 w 4343709"/>
              <a:gd name="connsiteY51" fmla="*/ 0 h 927064"/>
              <a:gd name="connsiteX52" fmla="*/ 2151990 w 4343709"/>
              <a:gd name="connsiteY52" fmla="*/ 0 h 927064"/>
              <a:gd name="connsiteX53" fmla="*/ 2151990 w 4343709"/>
              <a:gd name="connsiteY53" fmla="*/ 37248 h 927064"/>
              <a:gd name="connsiteX54" fmla="*/ 1999428 w 4343709"/>
              <a:gd name="connsiteY54" fmla="*/ 37248 h 927064"/>
              <a:gd name="connsiteX55" fmla="*/ 1691824 w 4343709"/>
              <a:gd name="connsiteY55" fmla="*/ 0 h 927064"/>
              <a:gd name="connsiteX56" fmla="*/ 1844376 w 4343709"/>
              <a:gd name="connsiteY56" fmla="*/ 0 h 927064"/>
              <a:gd name="connsiteX57" fmla="*/ 1844376 w 4343709"/>
              <a:gd name="connsiteY57" fmla="*/ 37248 h 927064"/>
              <a:gd name="connsiteX58" fmla="*/ 1691824 w 4343709"/>
              <a:gd name="connsiteY58" fmla="*/ 37248 h 927064"/>
              <a:gd name="connsiteX59" fmla="*/ 1389711 w 4343709"/>
              <a:gd name="connsiteY59" fmla="*/ 0 h 927064"/>
              <a:gd name="connsiteX60" fmla="*/ 1542273 w 4343709"/>
              <a:gd name="connsiteY60" fmla="*/ 0 h 927064"/>
              <a:gd name="connsiteX61" fmla="*/ 1542273 w 4343709"/>
              <a:gd name="connsiteY61" fmla="*/ 37248 h 927064"/>
              <a:gd name="connsiteX62" fmla="*/ 1389711 w 4343709"/>
              <a:gd name="connsiteY62" fmla="*/ 37248 h 927064"/>
              <a:gd name="connsiteX63" fmla="*/ 1082106 w 4343709"/>
              <a:gd name="connsiteY63" fmla="*/ 0 h 927064"/>
              <a:gd name="connsiteX64" fmla="*/ 1234658 w 4343709"/>
              <a:gd name="connsiteY64" fmla="*/ 0 h 927064"/>
              <a:gd name="connsiteX65" fmla="*/ 1234658 w 4343709"/>
              <a:gd name="connsiteY65" fmla="*/ 37248 h 927064"/>
              <a:gd name="connsiteX66" fmla="*/ 1082106 w 4343709"/>
              <a:gd name="connsiteY66" fmla="*/ 37248 h 927064"/>
              <a:gd name="connsiteX67" fmla="*/ 779996 w 4343709"/>
              <a:gd name="connsiteY67" fmla="*/ 0 h 927064"/>
              <a:gd name="connsiteX68" fmla="*/ 932548 w 4343709"/>
              <a:gd name="connsiteY68" fmla="*/ 0 h 927064"/>
              <a:gd name="connsiteX69" fmla="*/ 932548 w 4343709"/>
              <a:gd name="connsiteY69" fmla="*/ 37248 h 927064"/>
              <a:gd name="connsiteX70" fmla="*/ 779996 w 4343709"/>
              <a:gd name="connsiteY70" fmla="*/ 37248 h 927064"/>
              <a:gd name="connsiteX71" fmla="*/ 472392 w 4343709"/>
              <a:gd name="connsiteY71" fmla="*/ 0 h 927064"/>
              <a:gd name="connsiteX72" fmla="*/ 624954 w 4343709"/>
              <a:gd name="connsiteY72" fmla="*/ 0 h 927064"/>
              <a:gd name="connsiteX73" fmla="*/ 624954 w 4343709"/>
              <a:gd name="connsiteY73" fmla="*/ 37248 h 927064"/>
              <a:gd name="connsiteX74" fmla="*/ 472392 w 4343709"/>
              <a:gd name="connsiteY74" fmla="*/ 37248 h 927064"/>
              <a:gd name="connsiteX75" fmla="*/ 320390 w 4343709"/>
              <a:gd name="connsiteY75" fmla="*/ 0 h 927064"/>
              <a:gd name="connsiteX76" fmla="*/ 322850 w 4343709"/>
              <a:gd name="connsiteY76" fmla="*/ 38122 h 927064"/>
              <a:gd name="connsiteX77" fmla="*/ 189966 w 4343709"/>
              <a:gd name="connsiteY77" fmla="*/ 81163 h 927064"/>
              <a:gd name="connsiteX78" fmla="*/ 170279 w 4343709"/>
              <a:gd name="connsiteY78" fmla="*/ 50419 h 927064"/>
              <a:gd name="connsiteX79" fmla="*/ 320390 w 4343709"/>
              <a:gd name="connsiteY79" fmla="*/ 0 h 927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4343709" h="927064">
                <a:moveTo>
                  <a:pt x="0" y="774502"/>
                </a:moveTo>
                <a:lnTo>
                  <a:pt x="37247" y="774502"/>
                </a:lnTo>
                <a:lnTo>
                  <a:pt x="37247" y="927064"/>
                </a:lnTo>
                <a:lnTo>
                  <a:pt x="0" y="927064"/>
                </a:lnTo>
                <a:close/>
                <a:moveTo>
                  <a:pt x="4306461" y="576756"/>
                </a:moveTo>
                <a:lnTo>
                  <a:pt x="4343709" y="576756"/>
                </a:lnTo>
                <a:lnTo>
                  <a:pt x="4343709" y="729318"/>
                </a:lnTo>
                <a:lnTo>
                  <a:pt x="4306461" y="729318"/>
                </a:lnTo>
                <a:close/>
                <a:moveTo>
                  <a:pt x="0" y="472392"/>
                </a:moveTo>
                <a:lnTo>
                  <a:pt x="37247" y="472392"/>
                </a:lnTo>
                <a:lnTo>
                  <a:pt x="37247" y="624944"/>
                </a:lnTo>
                <a:lnTo>
                  <a:pt x="0" y="624944"/>
                </a:lnTo>
                <a:close/>
                <a:moveTo>
                  <a:pt x="4334503" y="269152"/>
                </a:moveTo>
                <a:cubicBezTo>
                  <a:pt x="4339707" y="294991"/>
                  <a:pt x="4343609" y="322060"/>
                  <a:pt x="4343609" y="349129"/>
                </a:cubicBezTo>
                <a:lnTo>
                  <a:pt x="4343609" y="421724"/>
                </a:lnTo>
                <a:lnTo>
                  <a:pt x="4303281" y="421724"/>
                </a:lnTo>
                <a:lnTo>
                  <a:pt x="4303281" y="349129"/>
                </a:lnTo>
                <a:cubicBezTo>
                  <a:pt x="4303281" y="325751"/>
                  <a:pt x="4301980" y="301143"/>
                  <a:pt x="4295475" y="276535"/>
                </a:cubicBezTo>
                <a:close/>
                <a:moveTo>
                  <a:pt x="55171" y="164788"/>
                </a:moveTo>
                <a:lnTo>
                  <a:pt x="86675" y="186280"/>
                </a:lnTo>
                <a:cubicBezTo>
                  <a:pt x="61229" y="228000"/>
                  <a:pt x="46689" y="273512"/>
                  <a:pt x="41842" y="322817"/>
                </a:cubicBezTo>
                <a:lnTo>
                  <a:pt x="5491" y="319024"/>
                </a:lnTo>
                <a:cubicBezTo>
                  <a:pt x="10338" y="264662"/>
                  <a:pt x="27302" y="211565"/>
                  <a:pt x="55171" y="164788"/>
                </a:cubicBezTo>
                <a:close/>
                <a:moveTo>
                  <a:pt x="4135707" y="27463"/>
                </a:moveTo>
                <a:cubicBezTo>
                  <a:pt x="4184954" y="48426"/>
                  <a:pt x="4228045" y="81720"/>
                  <a:pt x="4261287" y="122413"/>
                </a:cubicBezTo>
                <a:lnTo>
                  <a:pt x="4232970" y="147075"/>
                </a:lnTo>
                <a:cubicBezTo>
                  <a:pt x="4202191" y="110082"/>
                  <a:pt x="4164024" y="81720"/>
                  <a:pt x="4119702" y="61990"/>
                </a:cubicBezTo>
                <a:close/>
                <a:moveTo>
                  <a:pt x="3828574" y="0"/>
                </a:moveTo>
                <a:lnTo>
                  <a:pt x="3981136" y="0"/>
                </a:lnTo>
                <a:lnTo>
                  <a:pt x="3981136" y="37248"/>
                </a:lnTo>
                <a:lnTo>
                  <a:pt x="3828574" y="37248"/>
                </a:lnTo>
                <a:close/>
                <a:moveTo>
                  <a:pt x="3520970" y="0"/>
                </a:moveTo>
                <a:lnTo>
                  <a:pt x="3673522" y="0"/>
                </a:lnTo>
                <a:lnTo>
                  <a:pt x="3673522" y="37248"/>
                </a:lnTo>
                <a:lnTo>
                  <a:pt x="3520970" y="37248"/>
                </a:lnTo>
                <a:close/>
                <a:moveTo>
                  <a:pt x="3218860" y="0"/>
                </a:moveTo>
                <a:lnTo>
                  <a:pt x="3371412" y="0"/>
                </a:lnTo>
                <a:lnTo>
                  <a:pt x="3371412" y="37248"/>
                </a:lnTo>
                <a:lnTo>
                  <a:pt x="3218860" y="37248"/>
                </a:lnTo>
                <a:close/>
                <a:moveTo>
                  <a:pt x="2911256" y="0"/>
                </a:moveTo>
                <a:lnTo>
                  <a:pt x="3063818" y="0"/>
                </a:lnTo>
                <a:lnTo>
                  <a:pt x="3063818" y="37248"/>
                </a:lnTo>
                <a:lnTo>
                  <a:pt x="2911256" y="37248"/>
                </a:lnTo>
                <a:close/>
                <a:moveTo>
                  <a:pt x="2609142" y="0"/>
                </a:moveTo>
                <a:lnTo>
                  <a:pt x="2761694" y="0"/>
                </a:lnTo>
                <a:lnTo>
                  <a:pt x="2761694" y="37248"/>
                </a:lnTo>
                <a:lnTo>
                  <a:pt x="2609142" y="37248"/>
                </a:lnTo>
                <a:close/>
                <a:moveTo>
                  <a:pt x="2301538" y="0"/>
                </a:moveTo>
                <a:lnTo>
                  <a:pt x="2454090" y="0"/>
                </a:lnTo>
                <a:lnTo>
                  <a:pt x="2454090" y="37248"/>
                </a:lnTo>
                <a:lnTo>
                  <a:pt x="2301538" y="37248"/>
                </a:lnTo>
                <a:close/>
                <a:moveTo>
                  <a:pt x="1999428" y="0"/>
                </a:moveTo>
                <a:lnTo>
                  <a:pt x="2151990" y="0"/>
                </a:lnTo>
                <a:lnTo>
                  <a:pt x="2151990" y="37248"/>
                </a:lnTo>
                <a:lnTo>
                  <a:pt x="1999428" y="37248"/>
                </a:lnTo>
                <a:close/>
                <a:moveTo>
                  <a:pt x="1691824" y="0"/>
                </a:moveTo>
                <a:lnTo>
                  <a:pt x="1844376" y="0"/>
                </a:lnTo>
                <a:lnTo>
                  <a:pt x="1844376" y="37248"/>
                </a:lnTo>
                <a:lnTo>
                  <a:pt x="1691824" y="37248"/>
                </a:lnTo>
                <a:close/>
                <a:moveTo>
                  <a:pt x="1389711" y="0"/>
                </a:moveTo>
                <a:lnTo>
                  <a:pt x="1542273" y="0"/>
                </a:lnTo>
                <a:lnTo>
                  <a:pt x="1542273" y="37248"/>
                </a:lnTo>
                <a:lnTo>
                  <a:pt x="1389711" y="37248"/>
                </a:lnTo>
                <a:close/>
                <a:moveTo>
                  <a:pt x="1082106" y="0"/>
                </a:moveTo>
                <a:lnTo>
                  <a:pt x="1234658" y="0"/>
                </a:lnTo>
                <a:lnTo>
                  <a:pt x="1234658" y="37248"/>
                </a:lnTo>
                <a:lnTo>
                  <a:pt x="1082106" y="37248"/>
                </a:lnTo>
                <a:close/>
                <a:moveTo>
                  <a:pt x="779996" y="0"/>
                </a:moveTo>
                <a:lnTo>
                  <a:pt x="932548" y="0"/>
                </a:lnTo>
                <a:lnTo>
                  <a:pt x="932548" y="37248"/>
                </a:lnTo>
                <a:lnTo>
                  <a:pt x="779996" y="37248"/>
                </a:lnTo>
                <a:close/>
                <a:moveTo>
                  <a:pt x="472392" y="0"/>
                </a:moveTo>
                <a:lnTo>
                  <a:pt x="624954" y="0"/>
                </a:lnTo>
                <a:lnTo>
                  <a:pt x="624954" y="37248"/>
                </a:lnTo>
                <a:lnTo>
                  <a:pt x="472392" y="37248"/>
                </a:lnTo>
                <a:close/>
                <a:moveTo>
                  <a:pt x="320390" y="0"/>
                </a:moveTo>
                <a:lnTo>
                  <a:pt x="322850" y="38122"/>
                </a:lnTo>
                <a:cubicBezTo>
                  <a:pt x="276095" y="41811"/>
                  <a:pt x="230569" y="56568"/>
                  <a:pt x="189966" y="81163"/>
                </a:cubicBezTo>
                <a:lnTo>
                  <a:pt x="170279" y="50419"/>
                </a:lnTo>
                <a:cubicBezTo>
                  <a:pt x="215804" y="22135"/>
                  <a:pt x="267482" y="4919"/>
                  <a:pt x="32039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/>
          </a:p>
        </p:txBody>
      </p:sp>
      <p:sp>
        <p:nvSpPr>
          <p:cNvPr id="6" name="Freeform: Shape 120">
            <a:extLst>
              <a:ext uri="{FF2B5EF4-FFF2-40B4-BE49-F238E27FC236}">
                <a16:creationId xmlns:a16="http://schemas.microsoft.com/office/drawing/2014/main" id="{05135EA6-C336-1241-B8A4-2199804B2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7047" y="9214976"/>
            <a:ext cx="4343629" cy="1234709"/>
          </a:xfrm>
          <a:custGeom>
            <a:avLst/>
            <a:gdLst>
              <a:gd name="connsiteX0" fmla="*/ 3718716 w 4343629"/>
              <a:gd name="connsiteY0" fmla="*/ 1197459 h 1234709"/>
              <a:gd name="connsiteX1" fmla="*/ 3871278 w 4343629"/>
              <a:gd name="connsiteY1" fmla="*/ 1197459 h 1234709"/>
              <a:gd name="connsiteX2" fmla="*/ 3871278 w 4343629"/>
              <a:gd name="connsiteY2" fmla="*/ 1234709 h 1234709"/>
              <a:gd name="connsiteX3" fmla="*/ 3718716 w 4343629"/>
              <a:gd name="connsiteY3" fmla="*/ 1234709 h 1234709"/>
              <a:gd name="connsiteX4" fmla="*/ 3411112 w 4343629"/>
              <a:gd name="connsiteY4" fmla="*/ 1197459 h 1234709"/>
              <a:gd name="connsiteX5" fmla="*/ 3563664 w 4343629"/>
              <a:gd name="connsiteY5" fmla="*/ 1197459 h 1234709"/>
              <a:gd name="connsiteX6" fmla="*/ 3563664 w 4343629"/>
              <a:gd name="connsiteY6" fmla="*/ 1234709 h 1234709"/>
              <a:gd name="connsiteX7" fmla="*/ 3411112 w 4343629"/>
              <a:gd name="connsiteY7" fmla="*/ 1234709 h 1234709"/>
              <a:gd name="connsiteX8" fmla="*/ 3109002 w 4343629"/>
              <a:gd name="connsiteY8" fmla="*/ 1197459 h 1234709"/>
              <a:gd name="connsiteX9" fmla="*/ 3261564 w 4343629"/>
              <a:gd name="connsiteY9" fmla="*/ 1197459 h 1234709"/>
              <a:gd name="connsiteX10" fmla="*/ 3261564 w 4343629"/>
              <a:gd name="connsiteY10" fmla="*/ 1234709 h 1234709"/>
              <a:gd name="connsiteX11" fmla="*/ 3109002 w 4343629"/>
              <a:gd name="connsiteY11" fmla="*/ 1234709 h 1234709"/>
              <a:gd name="connsiteX12" fmla="*/ 2806889 w 4343629"/>
              <a:gd name="connsiteY12" fmla="*/ 1197459 h 1234709"/>
              <a:gd name="connsiteX13" fmla="*/ 2959441 w 4343629"/>
              <a:gd name="connsiteY13" fmla="*/ 1197459 h 1234709"/>
              <a:gd name="connsiteX14" fmla="*/ 2959441 w 4343629"/>
              <a:gd name="connsiteY14" fmla="*/ 1234709 h 1234709"/>
              <a:gd name="connsiteX15" fmla="*/ 2806889 w 4343629"/>
              <a:gd name="connsiteY15" fmla="*/ 1234709 h 1234709"/>
              <a:gd name="connsiteX16" fmla="*/ 2499285 w 4343629"/>
              <a:gd name="connsiteY16" fmla="*/ 1197459 h 1234709"/>
              <a:gd name="connsiteX17" fmla="*/ 2651837 w 4343629"/>
              <a:gd name="connsiteY17" fmla="*/ 1197459 h 1234709"/>
              <a:gd name="connsiteX18" fmla="*/ 2651837 w 4343629"/>
              <a:gd name="connsiteY18" fmla="*/ 1234709 h 1234709"/>
              <a:gd name="connsiteX19" fmla="*/ 2499285 w 4343629"/>
              <a:gd name="connsiteY19" fmla="*/ 1234709 h 1234709"/>
              <a:gd name="connsiteX20" fmla="*/ 2191680 w 4343629"/>
              <a:gd name="connsiteY20" fmla="*/ 1197459 h 1234709"/>
              <a:gd name="connsiteX21" fmla="*/ 2344242 w 4343629"/>
              <a:gd name="connsiteY21" fmla="*/ 1197459 h 1234709"/>
              <a:gd name="connsiteX22" fmla="*/ 2344242 w 4343629"/>
              <a:gd name="connsiteY22" fmla="*/ 1234709 h 1234709"/>
              <a:gd name="connsiteX23" fmla="*/ 2191680 w 4343629"/>
              <a:gd name="connsiteY23" fmla="*/ 1234709 h 1234709"/>
              <a:gd name="connsiteX24" fmla="*/ 1889570 w 4343629"/>
              <a:gd name="connsiteY24" fmla="*/ 1197459 h 1234709"/>
              <a:gd name="connsiteX25" fmla="*/ 2042122 w 4343629"/>
              <a:gd name="connsiteY25" fmla="*/ 1197459 h 1234709"/>
              <a:gd name="connsiteX26" fmla="*/ 2042122 w 4343629"/>
              <a:gd name="connsiteY26" fmla="*/ 1234709 h 1234709"/>
              <a:gd name="connsiteX27" fmla="*/ 1889570 w 4343629"/>
              <a:gd name="connsiteY27" fmla="*/ 1234709 h 1234709"/>
              <a:gd name="connsiteX28" fmla="*/ 1587457 w 4343629"/>
              <a:gd name="connsiteY28" fmla="*/ 1197459 h 1234709"/>
              <a:gd name="connsiteX29" fmla="*/ 1740009 w 4343629"/>
              <a:gd name="connsiteY29" fmla="*/ 1197459 h 1234709"/>
              <a:gd name="connsiteX30" fmla="*/ 1740009 w 4343629"/>
              <a:gd name="connsiteY30" fmla="*/ 1234709 h 1234709"/>
              <a:gd name="connsiteX31" fmla="*/ 1587457 w 4343629"/>
              <a:gd name="connsiteY31" fmla="*/ 1234709 h 1234709"/>
              <a:gd name="connsiteX32" fmla="*/ 1279853 w 4343629"/>
              <a:gd name="connsiteY32" fmla="*/ 1197459 h 1234709"/>
              <a:gd name="connsiteX33" fmla="*/ 1432415 w 4343629"/>
              <a:gd name="connsiteY33" fmla="*/ 1197459 h 1234709"/>
              <a:gd name="connsiteX34" fmla="*/ 1432415 w 4343629"/>
              <a:gd name="connsiteY34" fmla="*/ 1234709 h 1234709"/>
              <a:gd name="connsiteX35" fmla="*/ 1279853 w 4343629"/>
              <a:gd name="connsiteY35" fmla="*/ 1234709 h 1234709"/>
              <a:gd name="connsiteX36" fmla="*/ 977743 w 4343629"/>
              <a:gd name="connsiteY36" fmla="*/ 1197459 h 1234709"/>
              <a:gd name="connsiteX37" fmla="*/ 1130295 w 4343629"/>
              <a:gd name="connsiteY37" fmla="*/ 1197459 h 1234709"/>
              <a:gd name="connsiteX38" fmla="*/ 1130295 w 4343629"/>
              <a:gd name="connsiteY38" fmla="*/ 1234709 h 1234709"/>
              <a:gd name="connsiteX39" fmla="*/ 977743 w 4343629"/>
              <a:gd name="connsiteY39" fmla="*/ 1234709 h 1234709"/>
              <a:gd name="connsiteX40" fmla="*/ 670139 w 4343629"/>
              <a:gd name="connsiteY40" fmla="*/ 1197459 h 1234709"/>
              <a:gd name="connsiteX41" fmla="*/ 822701 w 4343629"/>
              <a:gd name="connsiteY41" fmla="*/ 1197459 h 1234709"/>
              <a:gd name="connsiteX42" fmla="*/ 822701 w 4343629"/>
              <a:gd name="connsiteY42" fmla="*/ 1234709 h 1234709"/>
              <a:gd name="connsiteX43" fmla="*/ 670139 w 4343629"/>
              <a:gd name="connsiteY43" fmla="*/ 1234709 h 1234709"/>
              <a:gd name="connsiteX44" fmla="*/ 368025 w 4343629"/>
              <a:gd name="connsiteY44" fmla="*/ 1197459 h 1234709"/>
              <a:gd name="connsiteX45" fmla="*/ 520577 w 4343629"/>
              <a:gd name="connsiteY45" fmla="*/ 1197459 h 1234709"/>
              <a:gd name="connsiteX46" fmla="*/ 520577 w 4343629"/>
              <a:gd name="connsiteY46" fmla="*/ 1234709 h 1234709"/>
              <a:gd name="connsiteX47" fmla="*/ 368025 w 4343629"/>
              <a:gd name="connsiteY47" fmla="*/ 1234709 h 1234709"/>
              <a:gd name="connsiteX48" fmla="*/ 4158631 w 4343629"/>
              <a:gd name="connsiteY48" fmla="*/ 1148025 h 1234709"/>
              <a:gd name="connsiteX49" fmla="*/ 4178859 w 4343629"/>
              <a:gd name="connsiteY49" fmla="*/ 1179528 h 1234709"/>
              <a:gd name="connsiteX50" fmla="*/ 4024623 w 4343629"/>
              <a:gd name="connsiteY50" fmla="*/ 1229205 h 1234709"/>
              <a:gd name="connsiteX51" fmla="*/ 4020830 w 4343629"/>
              <a:gd name="connsiteY51" fmla="*/ 1191644 h 1234709"/>
              <a:gd name="connsiteX52" fmla="*/ 4158631 w 4343629"/>
              <a:gd name="connsiteY52" fmla="*/ 1148025 h 1234709"/>
              <a:gd name="connsiteX53" fmla="*/ 110710 w 4343629"/>
              <a:gd name="connsiteY53" fmla="*/ 1082109 h 1234709"/>
              <a:gd name="connsiteX54" fmla="*/ 223978 w 4343629"/>
              <a:gd name="connsiteY54" fmla="*/ 1165961 h 1234709"/>
              <a:gd name="connsiteX55" fmla="*/ 207973 w 4343629"/>
              <a:gd name="connsiteY55" fmla="*/ 1201721 h 1234709"/>
              <a:gd name="connsiteX56" fmla="*/ 82393 w 4343629"/>
              <a:gd name="connsiteY56" fmla="*/ 1106771 h 1234709"/>
              <a:gd name="connsiteX57" fmla="*/ 4302526 w 4343629"/>
              <a:gd name="connsiteY57" fmla="*/ 917321 h 1234709"/>
              <a:gd name="connsiteX58" fmla="*/ 4338190 w 4343629"/>
              <a:gd name="connsiteY58" fmla="*/ 921012 h 1234709"/>
              <a:gd name="connsiteX59" fmla="*/ 4288999 w 4343629"/>
              <a:gd name="connsiteY59" fmla="*/ 1069893 h 1234709"/>
              <a:gd name="connsiteX60" fmla="*/ 4257024 w 4343629"/>
              <a:gd name="connsiteY60" fmla="*/ 1050206 h 1234709"/>
              <a:gd name="connsiteX61" fmla="*/ 4302526 w 4343629"/>
              <a:gd name="connsiteY61" fmla="*/ 917321 h 1234709"/>
              <a:gd name="connsiteX62" fmla="*/ 0 w 4343629"/>
              <a:gd name="connsiteY62" fmla="*/ 812954 h 1234709"/>
              <a:gd name="connsiteX63" fmla="*/ 39295 w 4343629"/>
              <a:gd name="connsiteY63" fmla="*/ 812954 h 1234709"/>
              <a:gd name="connsiteX64" fmla="*/ 39295 w 4343629"/>
              <a:gd name="connsiteY64" fmla="*/ 887545 h 1234709"/>
              <a:gd name="connsiteX65" fmla="*/ 48168 w 4343629"/>
              <a:gd name="connsiteY65" fmla="*/ 962137 h 1234709"/>
              <a:gd name="connsiteX66" fmla="*/ 11408 w 4343629"/>
              <a:gd name="connsiteY66" fmla="*/ 970987 h 1234709"/>
              <a:gd name="connsiteX67" fmla="*/ 0 w 4343629"/>
              <a:gd name="connsiteY67" fmla="*/ 887545 h 1234709"/>
              <a:gd name="connsiteX68" fmla="*/ 4306462 w 4343629"/>
              <a:gd name="connsiteY68" fmla="*/ 615208 h 1234709"/>
              <a:gd name="connsiteX69" fmla="*/ 4343629 w 4343629"/>
              <a:gd name="connsiteY69" fmla="*/ 615208 h 1234709"/>
              <a:gd name="connsiteX70" fmla="*/ 4343629 w 4343629"/>
              <a:gd name="connsiteY70" fmla="*/ 767760 h 1234709"/>
              <a:gd name="connsiteX71" fmla="*/ 4306462 w 4343629"/>
              <a:gd name="connsiteY71" fmla="*/ 767760 h 1234709"/>
              <a:gd name="connsiteX72" fmla="*/ 0 w 4343629"/>
              <a:gd name="connsiteY72" fmla="*/ 505350 h 1234709"/>
              <a:gd name="connsiteX73" fmla="*/ 37248 w 4343629"/>
              <a:gd name="connsiteY73" fmla="*/ 505350 h 1234709"/>
              <a:gd name="connsiteX74" fmla="*/ 37248 w 4343629"/>
              <a:gd name="connsiteY74" fmla="*/ 657912 h 1234709"/>
              <a:gd name="connsiteX75" fmla="*/ 0 w 4343629"/>
              <a:gd name="connsiteY75" fmla="*/ 657912 h 1234709"/>
              <a:gd name="connsiteX76" fmla="*/ 4306462 w 4343629"/>
              <a:gd name="connsiteY76" fmla="*/ 307604 h 1234709"/>
              <a:gd name="connsiteX77" fmla="*/ 4343629 w 4343629"/>
              <a:gd name="connsiteY77" fmla="*/ 307604 h 1234709"/>
              <a:gd name="connsiteX78" fmla="*/ 4343629 w 4343629"/>
              <a:gd name="connsiteY78" fmla="*/ 460156 h 1234709"/>
              <a:gd name="connsiteX79" fmla="*/ 4306462 w 4343629"/>
              <a:gd name="connsiteY79" fmla="*/ 460156 h 1234709"/>
              <a:gd name="connsiteX80" fmla="*/ 0 w 4343629"/>
              <a:gd name="connsiteY80" fmla="*/ 203240 h 1234709"/>
              <a:gd name="connsiteX81" fmla="*/ 37248 w 4343629"/>
              <a:gd name="connsiteY81" fmla="*/ 203240 h 1234709"/>
              <a:gd name="connsiteX82" fmla="*/ 37248 w 4343629"/>
              <a:gd name="connsiteY82" fmla="*/ 355792 h 1234709"/>
              <a:gd name="connsiteX83" fmla="*/ 0 w 4343629"/>
              <a:gd name="connsiteY83" fmla="*/ 355792 h 1234709"/>
              <a:gd name="connsiteX84" fmla="*/ 4306462 w 4343629"/>
              <a:gd name="connsiteY84" fmla="*/ 0 h 1234709"/>
              <a:gd name="connsiteX85" fmla="*/ 4343629 w 4343629"/>
              <a:gd name="connsiteY85" fmla="*/ 0 h 1234709"/>
              <a:gd name="connsiteX86" fmla="*/ 4343629 w 4343629"/>
              <a:gd name="connsiteY86" fmla="*/ 152562 h 1234709"/>
              <a:gd name="connsiteX87" fmla="*/ 4306462 w 4343629"/>
              <a:gd name="connsiteY87" fmla="*/ 152562 h 1234709"/>
              <a:gd name="connsiteX88" fmla="*/ 0 w 4343629"/>
              <a:gd name="connsiteY88" fmla="*/ 0 h 1234709"/>
              <a:gd name="connsiteX89" fmla="*/ 37248 w 4343629"/>
              <a:gd name="connsiteY89" fmla="*/ 0 h 1234709"/>
              <a:gd name="connsiteX90" fmla="*/ 37248 w 4343629"/>
              <a:gd name="connsiteY90" fmla="*/ 48137 h 1234709"/>
              <a:gd name="connsiteX91" fmla="*/ 0 w 4343629"/>
              <a:gd name="connsiteY91" fmla="*/ 48137 h 1234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4343629" h="1234709">
                <a:moveTo>
                  <a:pt x="3718716" y="1197459"/>
                </a:moveTo>
                <a:lnTo>
                  <a:pt x="3871278" y="1197459"/>
                </a:lnTo>
                <a:lnTo>
                  <a:pt x="3871278" y="1234709"/>
                </a:lnTo>
                <a:lnTo>
                  <a:pt x="3718716" y="1234709"/>
                </a:lnTo>
                <a:close/>
                <a:moveTo>
                  <a:pt x="3411112" y="1197459"/>
                </a:moveTo>
                <a:lnTo>
                  <a:pt x="3563664" y="1197459"/>
                </a:lnTo>
                <a:lnTo>
                  <a:pt x="3563664" y="1234709"/>
                </a:lnTo>
                <a:lnTo>
                  <a:pt x="3411112" y="1234709"/>
                </a:lnTo>
                <a:close/>
                <a:moveTo>
                  <a:pt x="3109002" y="1197459"/>
                </a:moveTo>
                <a:lnTo>
                  <a:pt x="3261564" y="1197459"/>
                </a:lnTo>
                <a:lnTo>
                  <a:pt x="3261564" y="1234709"/>
                </a:lnTo>
                <a:lnTo>
                  <a:pt x="3109002" y="1234709"/>
                </a:lnTo>
                <a:close/>
                <a:moveTo>
                  <a:pt x="2806889" y="1197459"/>
                </a:moveTo>
                <a:lnTo>
                  <a:pt x="2959441" y="1197459"/>
                </a:lnTo>
                <a:lnTo>
                  <a:pt x="2959441" y="1234709"/>
                </a:lnTo>
                <a:lnTo>
                  <a:pt x="2806889" y="1234709"/>
                </a:lnTo>
                <a:close/>
                <a:moveTo>
                  <a:pt x="2499285" y="1197459"/>
                </a:moveTo>
                <a:lnTo>
                  <a:pt x="2651837" y="1197459"/>
                </a:lnTo>
                <a:lnTo>
                  <a:pt x="2651837" y="1234709"/>
                </a:lnTo>
                <a:lnTo>
                  <a:pt x="2499285" y="1234709"/>
                </a:lnTo>
                <a:close/>
                <a:moveTo>
                  <a:pt x="2191680" y="1197459"/>
                </a:moveTo>
                <a:lnTo>
                  <a:pt x="2344242" y="1197459"/>
                </a:lnTo>
                <a:lnTo>
                  <a:pt x="2344242" y="1234709"/>
                </a:lnTo>
                <a:lnTo>
                  <a:pt x="2191680" y="1234709"/>
                </a:lnTo>
                <a:close/>
                <a:moveTo>
                  <a:pt x="1889570" y="1197459"/>
                </a:moveTo>
                <a:lnTo>
                  <a:pt x="2042122" y="1197459"/>
                </a:lnTo>
                <a:lnTo>
                  <a:pt x="2042122" y="1234709"/>
                </a:lnTo>
                <a:lnTo>
                  <a:pt x="1889570" y="1234709"/>
                </a:lnTo>
                <a:close/>
                <a:moveTo>
                  <a:pt x="1587457" y="1197459"/>
                </a:moveTo>
                <a:lnTo>
                  <a:pt x="1740009" y="1197459"/>
                </a:lnTo>
                <a:lnTo>
                  <a:pt x="1740009" y="1234709"/>
                </a:lnTo>
                <a:lnTo>
                  <a:pt x="1587457" y="1234709"/>
                </a:lnTo>
                <a:close/>
                <a:moveTo>
                  <a:pt x="1279853" y="1197459"/>
                </a:moveTo>
                <a:lnTo>
                  <a:pt x="1432415" y="1197459"/>
                </a:lnTo>
                <a:lnTo>
                  <a:pt x="1432415" y="1234709"/>
                </a:lnTo>
                <a:lnTo>
                  <a:pt x="1279853" y="1234709"/>
                </a:lnTo>
                <a:close/>
                <a:moveTo>
                  <a:pt x="977743" y="1197459"/>
                </a:moveTo>
                <a:lnTo>
                  <a:pt x="1130295" y="1197459"/>
                </a:lnTo>
                <a:lnTo>
                  <a:pt x="1130295" y="1234709"/>
                </a:lnTo>
                <a:lnTo>
                  <a:pt x="977743" y="1234709"/>
                </a:lnTo>
                <a:close/>
                <a:moveTo>
                  <a:pt x="670139" y="1197459"/>
                </a:moveTo>
                <a:lnTo>
                  <a:pt x="822701" y="1197459"/>
                </a:lnTo>
                <a:lnTo>
                  <a:pt x="822701" y="1234709"/>
                </a:lnTo>
                <a:lnTo>
                  <a:pt x="670139" y="1234709"/>
                </a:lnTo>
                <a:close/>
                <a:moveTo>
                  <a:pt x="368025" y="1197459"/>
                </a:moveTo>
                <a:lnTo>
                  <a:pt x="520577" y="1197459"/>
                </a:lnTo>
                <a:lnTo>
                  <a:pt x="520577" y="1234709"/>
                </a:lnTo>
                <a:lnTo>
                  <a:pt x="368025" y="1234709"/>
                </a:lnTo>
                <a:close/>
                <a:moveTo>
                  <a:pt x="4158631" y="1148025"/>
                </a:moveTo>
                <a:lnTo>
                  <a:pt x="4178859" y="1179528"/>
                </a:lnTo>
                <a:cubicBezTo>
                  <a:pt x="4132082" y="1207396"/>
                  <a:pt x="4078985" y="1224359"/>
                  <a:pt x="4024623" y="1229205"/>
                </a:cubicBezTo>
                <a:lnTo>
                  <a:pt x="4020830" y="1191644"/>
                </a:lnTo>
                <a:cubicBezTo>
                  <a:pt x="4070135" y="1186798"/>
                  <a:pt x="4116911" y="1173470"/>
                  <a:pt x="4158631" y="1148025"/>
                </a:cubicBezTo>
                <a:close/>
                <a:moveTo>
                  <a:pt x="110710" y="1082109"/>
                </a:moveTo>
                <a:cubicBezTo>
                  <a:pt x="140258" y="1117869"/>
                  <a:pt x="179656" y="1147464"/>
                  <a:pt x="223978" y="1165961"/>
                </a:cubicBezTo>
                <a:lnTo>
                  <a:pt x="207973" y="1201721"/>
                </a:lnTo>
                <a:cubicBezTo>
                  <a:pt x="159957" y="1179525"/>
                  <a:pt x="115635" y="1147464"/>
                  <a:pt x="82393" y="1106771"/>
                </a:cubicBezTo>
                <a:close/>
                <a:moveTo>
                  <a:pt x="4302526" y="917321"/>
                </a:moveTo>
                <a:lnTo>
                  <a:pt x="4338190" y="921012"/>
                </a:lnTo>
                <a:cubicBezTo>
                  <a:pt x="4334501" y="972690"/>
                  <a:pt x="4317284" y="1025598"/>
                  <a:pt x="4288999" y="1069893"/>
                </a:cubicBezTo>
                <a:lnTo>
                  <a:pt x="4257024" y="1050206"/>
                </a:lnTo>
                <a:cubicBezTo>
                  <a:pt x="4282850" y="1009602"/>
                  <a:pt x="4297607" y="964077"/>
                  <a:pt x="4302526" y="917321"/>
                </a:cubicBezTo>
                <a:close/>
                <a:moveTo>
                  <a:pt x="0" y="812954"/>
                </a:moveTo>
                <a:lnTo>
                  <a:pt x="39295" y="812954"/>
                </a:lnTo>
                <a:lnTo>
                  <a:pt x="39295" y="887545"/>
                </a:lnTo>
                <a:cubicBezTo>
                  <a:pt x="39295" y="912831"/>
                  <a:pt x="41830" y="938116"/>
                  <a:pt x="48168" y="962137"/>
                </a:cubicBezTo>
                <a:lnTo>
                  <a:pt x="11408" y="970987"/>
                </a:lnTo>
                <a:cubicBezTo>
                  <a:pt x="5071" y="944437"/>
                  <a:pt x="0" y="916623"/>
                  <a:pt x="0" y="887545"/>
                </a:cubicBezTo>
                <a:close/>
                <a:moveTo>
                  <a:pt x="4306462" y="615208"/>
                </a:moveTo>
                <a:lnTo>
                  <a:pt x="4343629" y="615208"/>
                </a:lnTo>
                <a:lnTo>
                  <a:pt x="4343629" y="767760"/>
                </a:lnTo>
                <a:lnTo>
                  <a:pt x="4306462" y="767760"/>
                </a:lnTo>
                <a:close/>
                <a:moveTo>
                  <a:pt x="0" y="505350"/>
                </a:moveTo>
                <a:lnTo>
                  <a:pt x="37248" y="505350"/>
                </a:lnTo>
                <a:lnTo>
                  <a:pt x="37248" y="657912"/>
                </a:lnTo>
                <a:lnTo>
                  <a:pt x="0" y="657912"/>
                </a:lnTo>
                <a:close/>
                <a:moveTo>
                  <a:pt x="4306462" y="307604"/>
                </a:moveTo>
                <a:lnTo>
                  <a:pt x="4343629" y="307604"/>
                </a:lnTo>
                <a:lnTo>
                  <a:pt x="4343629" y="460156"/>
                </a:lnTo>
                <a:lnTo>
                  <a:pt x="4306462" y="460156"/>
                </a:lnTo>
                <a:close/>
                <a:moveTo>
                  <a:pt x="0" y="203240"/>
                </a:moveTo>
                <a:lnTo>
                  <a:pt x="37248" y="203240"/>
                </a:lnTo>
                <a:lnTo>
                  <a:pt x="37248" y="355792"/>
                </a:lnTo>
                <a:lnTo>
                  <a:pt x="0" y="355792"/>
                </a:lnTo>
                <a:close/>
                <a:moveTo>
                  <a:pt x="4306462" y="0"/>
                </a:moveTo>
                <a:lnTo>
                  <a:pt x="4343629" y="0"/>
                </a:lnTo>
                <a:lnTo>
                  <a:pt x="4343629" y="152562"/>
                </a:lnTo>
                <a:lnTo>
                  <a:pt x="4306462" y="152562"/>
                </a:lnTo>
                <a:close/>
                <a:moveTo>
                  <a:pt x="0" y="0"/>
                </a:moveTo>
                <a:lnTo>
                  <a:pt x="37248" y="0"/>
                </a:lnTo>
                <a:lnTo>
                  <a:pt x="37248" y="48137"/>
                </a:lnTo>
                <a:lnTo>
                  <a:pt x="0" y="48137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/>
          </a:p>
        </p:txBody>
      </p:sp>
      <p:sp>
        <p:nvSpPr>
          <p:cNvPr id="7" name="Freeform: Shape 119">
            <a:extLst>
              <a:ext uri="{FF2B5EF4-FFF2-40B4-BE49-F238E27FC236}">
                <a16:creationId xmlns:a16="http://schemas.microsoft.com/office/drawing/2014/main" id="{6CB74EBC-4731-0947-B6B4-FC83E45D6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14476" y="9214976"/>
            <a:ext cx="4343674" cy="1234709"/>
          </a:xfrm>
          <a:custGeom>
            <a:avLst/>
            <a:gdLst>
              <a:gd name="connsiteX0" fmla="*/ 3718720 w 4343674"/>
              <a:gd name="connsiteY0" fmla="*/ 1197459 h 1234709"/>
              <a:gd name="connsiteX1" fmla="*/ 3871282 w 4343674"/>
              <a:gd name="connsiteY1" fmla="*/ 1197459 h 1234709"/>
              <a:gd name="connsiteX2" fmla="*/ 3871282 w 4343674"/>
              <a:gd name="connsiteY2" fmla="*/ 1234709 h 1234709"/>
              <a:gd name="connsiteX3" fmla="*/ 3718720 w 4343674"/>
              <a:gd name="connsiteY3" fmla="*/ 1234709 h 1234709"/>
              <a:gd name="connsiteX4" fmla="*/ 3411114 w 4343674"/>
              <a:gd name="connsiteY4" fmla="*/ 1197459 h 1234709"/>
              <a:gd name="connsiteX5" fmla="*/ 3563666 w 4343674"/>
              <a:gd name="connsiteY5" fmla="*/ 1197459 h 1234709"/>
              <a:gd name="connsiteX6" fmla="*/ 3563666 w 4343674"/>
              <a:gd name="connsiteY6" fmla="*/ 1234709 h 1234709"/>
              <a:gd name="connsiteX7" fmla="*/ 3411114 w 4343674"/>
              <a:gd name="connsiteY7" fmla="*/ 1234709 h 1234709"/>
              <a:gd name="connsiteX8" fmla="*/ 3109002 w 4343674"/>
              <a:gd name="connsiteY8" fmla="*/ 1197459 h 1234709"/>
              <a:gd name="connsiteX9" fmla="*/ 3261554 w 4343674"/>
              <a:gd name="connsiteY9" fmla="*/ 1197459 h 1234709"/>
              <a:gd name="connsiteX10" fmla="*/ 3261554 w 4343674"/>
              <a:gd name="connsiteY10" fmla="*/ 1234709 h 1234709"/>
              <a:gd name="connsiteX11" fmla="*/ 3109002 w 4343674"/>
              <a:gd name="connsiteY11" fmla="*/ 1234709 h 1234709"/>
              <a:gd name="connsiteX12" fmla="*/ 2801398 w 4343674"/>
              <a:gd name="connsiteY12" fmla="*/ 1197459 h 1234709"/>
              <a:gd name="connsiteX13" fmla="*/ 2953960 w 4343674"/>
              <a:gd name="connsiteY13" fmla="*/ 1197459 h 1234709"/>
              <a:gd name="connsiteX14" fmla="*/ 2953960 w 4343674"/>
              <a:gd name="connsiteY14" fmla="*/ 1234709 h 1234709"/>
              <a:gd name="connsiteX15" fmla="*/ 2801398 w 4343674"/>
              <a:gd name="connsiteY15" fmla="*/ 1234709 h 1234709"/>
              <a:gd name="connsiteX16" fmla="*/ 2499288 w 4343674"/>
              <a:gd name="connsiteY16" fmla="*/ 1197459 h 1234709"/>
              <a:gd name="connsiteX17" fmla="*/ 2651840 w 4343674"/>
              <a:gd name="connsiteY17" fmla="*/ 1197459 h 1234709"/>
              <a:gd name="connsiteX18" fmla="*/ 2651840 w 4343674"/>
              <a:gd name="connsiteY18" fmla="*/ 1234709 h 1234709"/>
              <a:gd name="connsiteX19" fmla="*/ 2499288 w 4343674"/>
              <a:gd name="connsiteY19" fmla="*/ 1234709 h 1234709"/>
              <a:gd name="connsiteX20" fmla="*/ 2191684 w 4343674"/>
              <a:gd name="connsiteY20" fmla="*/ 1197459 h 1234709"/>
              <a:gd name="connsiteX21" fmla="*/ 2344236 w 4343674"/>
              <a:gd name="connsiteY21" fmla="*/ 1197459 h 1234709"/>
              <a:gd name="connsiteX22" fmla="*/ 2344236 w 4343674"/>
              <a:gd name="connsiteY22" fmla="*/ 1234709 h 1234709"/>
              <a:gd name="connsiteX23" fmla="*/ 2191684 w 4343674"/>
              <a:gd name="connsiteY23" fmla="*/ 1234709 h 1234709"/>
              <a:gd name="connsiteX24" fmla="*/ 1889570 w 4343674"/>
              <a:gd name="connsiteY24" fmla="*/ 1197459 h 1234709"/>
              <a:gd name="connsiteX25" fmla="*/ 2042132 w 4343674"/>
              <a:gd name="connsiteY25" fmla="*/ 1197459 h 1234709"/>
              <a:gd name="connsiteX26" fmla="*/ 2042132 w 4343674"/>
              <a:gd name="connsiteY26" fmla="*/ 1234709 h 1234709"/>
              <a:gd name="connsiteX27" fmla="*/ 1889570 w 4343674"/>
              <a:gd name="connsiteY27" fmla="*/ 1234709 h 1234709"/>
              <a:gd name="connsiteX28" fmla="*/ 1587462 w 4343674"/>
              <a:gd name="connsiteY28" fmla="*/ 1197459 h 1234709"/>
              <a:gd name="connsiteX29" fmla="*/ 1740012 w 4343674"/>
              <a:gd name="connsiteY29" fmla="*/ 1197459 h 1234709"/>
              <a:gd name="connsiteX30" fmla="*/ 1740012 w 4343674"/>
              <a:gd name="connsiteY30" fmla="*/ 1234709 h 1234709"/>
              <a:gd name="connsiteX31" fmla="*/ 1587462 w 4343674"/>
              <a:gd name="connsiteY31" fmla="*/ 1234709 h 1234709"/>
              <a:gd name="connsiteX32" fmla="*/ 1279856 w 4343674"/>
              <a:gd name="connsiteY32" fmla="*/ 1197459 h 1234709"/>
              <a:gd name="connsiteX33" fmla="*/ 1432418 w 4343674"/>
              <a:gd name="connsiteY33" fmla="*/ 1197459 h 1234709"/>
              <a:gd name="connsiteX34" fmla="*/ 1432418 w 4343674"/>
              <a:gd name="connsiteY34" fmla="*/ 1234709 h 1234709"/>
              <a:gd name="connsiteX35" fmla="*/ 1279856 w 4343674"/>
              <a:gd name="connsiteY35" fmla="*/ 1234709 h 1234709"/>
              <a:gd name="connsiteX36" fmla="*/ 977742 w 4343674"/>
              <a:gd name="connsiteY36" fmla="*/ 1197459 h 1234709"/>
              <a:gd name="connsiteX37" fmla="*/ 1130294 w 4343674"/>
              <a:gd name="connsiteY37" fmla="*/ 1197459 h 1234709"/>
              <a:gd name="connsiteX38" fmla="*/ 1130294 w 4343674"/>
              <a:gd name="connsiteY38" fmla="*/ 1234709 h 1234709"/>
              <a:gd name="connsiteX39" fmla="*/ 977742 w 4343674"/>
              <a:gd name="connsiteY39" fmla="*/ 1234709 h 1234709"/>
              <a:gd name="connsiteX40" fmla="*/ 670138 w 4343674"/>
              <a:gd name="connsiteY40" fmla="*/ 1197459 h 1234709"/>
              <a:gd name="connsiteX41" fmla="*/ 822690 w 4343674"/>
              <a:gd name="connsiteY41" fmla="*/ 1197459 h 1234709"/>
              <a:gd name="connsiteX42" fmla="*/ 822690 w 4343674"/>
              <a:gd name="connsiteY42" fmla="*/ 1234709 h 1234709"/>
              <a:gd name="connsiteX43" fmla="*/ 670138 w 4343674"/>
              <a:gd name="connsiteY43" fmla="*/ 1234709 h 1234709"/>
              <a:gd name="connsiteX44" fmla="*/ 362534 w 4343674"/>
              <a:gd name="connsiteY44" fmla="*/ 1197459 h 1234709"/>
              <a:gd name="connsiteX45" fmla="*/ 515096 w 4343674"/>
              <a:gd name="connsiteY45" fmla="*/ 1197459 h 1234709"/>
              <a:gd name="connsiteX46" fmla="*/ 515096 w 4343674"/>
              <a:gd name="connsiteY46" fmla="*/ 1234709 h 1234709"/>
              <a:gd name="connsiteX47" fmla="*/ 362534 w 4343674"/>
              <a:gd name="connsiteY47" fmla="*/ 1234709 h 1234709"/>
              <a:gd name="connsiteX48" fmla="*/ 4158634 w 4343674"/>
              <a:gd name="connsiteY48" fmla="*/ 1148025 h 1234709"/>
              <a:gd name="connsiteX49" fmla="*/ 4178862 w 4343674"/>
              <a:gd name="connsiteY49" fmla="*/ 1179528 h 1234709"/>
              <a:gd name="connsiteX50" fmla="*/ 4024622 w 4343674"/>
              <a:gd name="connsiteY50" fmla="*/ 1229205 h 1234709"/>
              <a:gd name="connsiteX51" fmla="*/ 4020830 w 4343674"/>
              <a:gd name="connsiteY51" fmla="*/ 1191644 h 1234709"/>
              <a:gd name="connsiteX52" fmla="*/ 4158634 w 4343674"/>
              <a:gd name="connsiteY52" fmla="*/ 1148025 h 1234709"/>
              <a:gd name="connsiteX53" fmla="*/ 111944 w 4343674"/>
              <a:gd name="connsiteY53" fmla="*/ 1082109 h 1234709"/>
              <a:gd name="connsiteX54" fmla="*/ 223981 w 4343674"/>
              <a:gd name="connsiteY54" fmla="*/ 1166825 h 1234709"/>
              <a:gd name="connsiteX55" fmla="*/ 209207 w 4343674"/>
              <a:gd name="connsiteY55" fmla="*/ 1201708 h 1234709"/>
              <a:gd name="connsiteX56" fmla="*/ 82396 w 4343674"/>
              <a:gd name="connsiteY56" fmla="*/ 1107025 h 1234709"/>
              <a:gd name="connsiteX57" fmla="*/ 4300646 w 4343674"/>
              <a:gd name="connsiteY57" fmla="*/ 917321 h 1234709"/>
              <a:gd name="connsiteX58" fmla="*/ 4338208 w 4343674"/>
              <a:gd name="connsiteY58" fmla="*/ 921012 h 1234709"/>
              <a:gd name="connsiteX59" fmla="*/ 4288530 w 4343674"/>
              <a:gd name="connsiteY59" fmla="*/ 1069893 h 1234709"/>
              <a:gd name="connsiteX60" fmla="*/ 4257026 w 4343674"/>
              <a:gd name="connsiteY60" fmla="*/ 1050206 h 1234709"/>
              <a:gd name="connsiteX61" fmla="*/ 4300646 w 4343674"/>
              <a:gd name="connsiteY61" fmla="*/ 917321 h 1234709"/>
              <a:gd name="connsiteX62" fmla="*/ 0 w 4343674"/>
              <a:gd name="connsiteY62" fmla="*/ 812954 h 1234709"/>
              <a:gd name="connsiteX63" fmla="*/ 39297 w 4343674"/>
              <a:gd name="connsiteY63" fmla="*/ 812954 h 1234709"/>
              <a:gd name="connsiteX64" fmla="*/ 39297 w 4343674"/>
              <a:gd name="connsiteY64" fmla="*/ 887545 h 1234709"/>
              <a:gd name="connsiteX65" fmla="*/ 48170 w 4343674"/>
              <a:gd name="connsiteY65" fmla="*/ 962137 h 1234709"/>
              <a:gd name="connsiteX66" fmla="*/ 10141 w 4343674"/>
              <a:gd name="connsiteY66" fmla="*/ 970987 h 1234709"/>
              <a:gd name="connsiteX67" fmla="*/ 0 w 4343674"/>
              <a:gd name="connsiteY67" fmla="*/ 887545 h 1234709"/>
              <a:gd name="connsiteX68" fmla="*/ 4306462 w 4343674"/>
              <a:gd name="connsiteY68" fmla="*/ 615208 h 1234709"/>
              <a:gd name="connsiteX69" fmla="*/ 4343674 w 4343674"/>
              <a:gd name="connsiteY69" fmla="*/ 615208 h 1234709"/>
              <a:gd name="connsiteX70" fmla="*/ 4343674 w 4343674"/>
              <a:gd name="connsiteY70" fmla="*/ 767760 h 1234709"/>
              <a:gd name="connsiteX71" fmla="*/ 4306462 w 4343674"/>
              <a:gd name="connsiteY71" fmla="*/ 767760 h 1234709"/>
              <a:gd name="connsiteX72" fmla="*/ 0 w 4343674"/>
              <a:gd name="connsiteY72" fmla="*/ 505350 h 1234709"/>
              <a:gd name="connsiteX73" fmla="*/ 37250 w 4343674"/>
              <a:gd name="connsiteY73" fmla="*/ 505350 h 1234709"/>
              <a:gd name="connsiteX74" fmla="*/ 37250 w 4343674"/>
              <a:gd name="connsiteY74" fmla="*/ 657912 h 1234709"/>
              <a:gd name="connsiteX75" fmla="*/ 0 w 4343674"/>
              <a:gd name="connsiteY75" fmla="*/ 657912 h 1234709"/>
              <a:gd name="connsiteX76" fmla="*/ 4306462 w 4343674"/>
              <a:gd name="connsiteY76" fmla="*/ 307604 h 1234709"/>
              <a:gd name="connsiteX77" fmla="*/ 4343674 w 4343674"/>
              <a:gd name="connsiteY77" fmla="*/ 307604 h 1234709"/>
              <a:gd name="connsiteX78" fmla="*/ 4343674 w 4343674"/>
              <a:gd name="connsiteY78" fmla="*/ 460156 h 1234709"/>
              <a:gd name="connsiteX79" fmla="*/ 4306462 w 4343674"/>
              <a:gd name="connsiteY79" fmla="*/ 460156 h 1234709"/>
              <a:gd name="connsiteX80" fmla="*/ 0 w 4343674"/>
              <a:gd name="connsiteY80" fmla="*/ 203240 h 1234709"/>
              <a:gd name="connsiteX81" fmla="*/ 37250 w 4343674"/>
              <a:gd name="connsiteY81" fmla="*/ 203240 h 1234709"/>
              <a:gd name="connsiteX82" fmla="*/ 37250 w 4343674"/>
              <a:gd name="connsiteY82" fmla="*/ 355792 h 1234709"/>
              <a:gd name="connsiteX83" fmla="*/ 0 w 4343674"/>
              <a:gd name="connsiteY83" fmla="*/ 355792 h 1234709"/>
              <a:gd name="connsiteX84" fmla="*/ 4306462 w 4343674"/>
              <a:gd name="connsiteY84" fmla="*/ 0 h 1234709"/>
              <a:gd name="connsiteX85" fmla="*/ 4343674 w 4343674"/>
              <a:gd name="connsiteY85" fmla="*/ 0 h 1234709"/>
              <a:gd name="connsiteX86" fmla="*/ 4343674 w 4343674"/>
              <a:gd name="connsiteY86" fmla="*/ 152562 h 1234709"/>
              <a:gd name="connsiteX87" fmla="*/ 4306462 w 4343674"/>
              <a:gd name="connsiteY87" fmla="*/ 152562 h 1234709"/>
              <a:gd name="connsiteX88" fmla="*/ 0 w 4343674"/>
              <a:gd name="connsiteY88" fmla="*/ 0 h 1234709"/>
              <a:gd name="connsiteX89" fmla="*/ 37250 w 4343674"/>
              <a:gd name="connsiteY89" fmla="*/ 0 h 1234709"/>
              <a:gd name="connsiteX90" fmla="*/ 37250 w 4343674"/>
              <a:gd name="connsiteY90" fmla="*/ 48137 h 1234709"/>
              <a:gd name="connsiteX91" fmla="*/ 0 w 4343674"/>
              <a:gd name="connsiteY91" fmla="*/ 48137 h 1234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4343674" h="1234709">
                <a:moveTo>
                  <a:pt x="3718720" y="1197459"/>
                </a:moveTo>
                <a:lnTo>
                  <a:pt x="3871282" y="1197459"/>
                </a:lnTo>
                <a:lnTo>
                  <a:pt x="3871282" y="1234709"/>
                </a:lnTo>
                <a:lnTo>
                  <a:pt x="3718720" y="1234709"/>
                </a:lnTo>
                <a:close/>
                <a:moveTo>
                  <a:pt x="3411114" y="1197459"/>
                </a:moveTo>
                <a:lnTo>
                  <a:pt x="3563666" y="1197459"/>
                </a:lnTo>
                <a:lnTo>
                  <a:pt x="3563666" y="1234709"/>
                </a:lnTo>
                <a:lnTo>
                  <a:pt x="3411114" y="1234709"/>
                </a:lnTo>
                <a:close/>
                <a:moveTo>
                  <a:pt x="3109002" y="1197459"/>
                </a:moveTo>
                <a:lnTo>
                  <a:pt x="3261554" y="1197459"/>
                </a:lnTo>
                <a:lnTo>
                  <a:pt x="3261554" y="1234709"/>
                </a:lnTo>
                <a:lnTo>
                  <a:pt x="3109002" y="1234709"/>
                </a:lnTo>
                <a:close/>
                <a:moveTo>
                  <a:pt x="2801398" y="1197459"/>
                </a:moveTo>
                <a:lnTo>
                  <a:pt x="2953960" y="1197459"/>
                </a:lnTo>
                <a:lnTo>
                  <a:pt x="2953960" y="1234709"/>
                </a:lnTo>
                <a:lnTo>
                  <a:pt x="2801398" y="1234709"/>
                </a:lnTo>
                <a:close/>
                <a:moveTo>
                  <a:pt x="2499288" y="1197459"/>
                </a:moveTo>
                <a:lnTo>
                  <a:pt x="2651840" y="1197459"/>
                </a:lnTo>
                <a:lnTo>
                  <a:pt x="2651840" y="1234709"/>
                </a:lnTo>
                <a:lnTo>
                  <a:pt x="2499288" y="1234709"/>
                </a:lnTo>
                <a:close/>
                <a:moveTo>
                  <a:pt x="2191684" y="1197459"/>
                </a:moveTo>
                <a:lnTo>
                  <a:pt x="2344236" y="1197459"/>
                </a:lnTo>
                <a:lnTo>
                  <a:pt x="2344236" y="1234709"/>
                </a:lnTo>
                <a:lnTo>
                  <a:pt x="2191684" y="1234709"/>
                </a:lnTo>
                <a:close/>
                <a:moveTo>
                  <a:pt x="1889570" y="1197459"/>
                </a:moveTo>
                <a:lnTo>
                  <a:pt x="2042132" y="1197459"/>
                </a:lnTo>
                <a:lnTo>
                  <a:pt x="2042132" y="1234709"/>
                </a:lnTo>
                <a:lnTo>
                  <a:pt x="1889570" y="1234709"/>
                </a:lnTo>
                <a:close/>
                <a:moveTo>
                  <a:pt x="1587462" y="1197459"/>
                </a:moveTo>
                <a:lnTo>
                  <a:pt x="1740012" y="1197459"/>
                </a:lnTo>
                <a:lnTo>
                  <a:pt x="1740012" y="1234709"/>
                </a:lnTo>
                <a:lnTo>
                  <a:pt x="1587462" y="1234709"/>
                </a:lnTo>
                <a:close/>
                <a:moveTo>
                  <a:pt x="1279856" y="1197459"/>
                </a:moveTo>
                <a:lnTo>
                  <a:pt x="1432418" y="1197459"/>
                </a:lnTo>
                <a:lnTo>
                  <a:pt x="1432418" y="1234709"/>
                </a:lnTo>
                <a:lnTo>
                  <a:pt x="1279856" y="1234709"/>
                </a:lnTo>
                <a:close/>
                <a:moveTo>
                  <a:pt x="977742" y="1197459"/>
                </a:moveTo>
                <a:lnTo>
                  <a:pt x="1130294" y="1197459"/>
                </a:lnTo>
                <a:lnTo>
                  <a:pt x="1130294" y="1234709"/>
                </a:lnTo>
                <a:lnTo>
                  <a:pt x="977742" y="1234709"/>
                </a:lnTo>
                <a:close/>
                <a:moveTo>
                  <a:pt x="670138" y="1197459"/>
                </a:moveTo>
                <a:lnTo>
                  <a:pt x="822690" y="1197459"/>
                </a:lnTo>
                <a:lnTo>
                  <a:pt x="822690" y="1234709"/>
                </a:lnTo>
                <a:lnTo>
                  <a:pt x="670138" y="1234709"/>
                </a:lnTo>
                <a:close/>
                <a:moveTo>
                  <a:pt x="362534" y="1197459"/>
                </a:moveTo>
                <a:lnTo>
                  <a:pt x="515096" y="1197459"/>
                </a:lnTo>
                <a:lnTo>
                  <a:pt x="515096" y="1234709"/>
                </a:lnTo>
                <a:lnTo>
                  <a:pt x="362534" y="1234709"/>
                </a:lnTo>
                <a:close/>
                <a:moveTo>
                  <a:pt x="4158634" y="1148025"/>
                </a:moveTo>
                <a:lnTo>
                  <a:pt x="4178862" y="1179528"/>
                </a:lnTo>
                <a:cubicBezTo>
                  <a:pt x="4132086" y="1207396"/>
                  <a:pt x="4078986" y="1224359"/>
                  <a:pt x="4024622" y="1229205"/>
                </a:cubicBezTo>
                <a:lnTo>
                  <a:pt x="4020830" y="1191644"/>
                </a:lnTo>
                <a:cubicBezTo>
                  <a:pt x="4068872" y="1186798"/>
                  <a:pt x="4116914" y="1172258"/>
                  <a:pt x="4158634" y="1148025"/>
                </a:cubicBezTo>
                <a:close/>
                <a:moveTo>
                  <a:pt x="111944" y="1082109"/>
                </a:moveTo>
                <a:cubicBezTo>
                  <a:pt x="141492" y="1118238"/>
                  <a:pt x="180890" y="1148138"/>
                  <a:pt x="223981" y="1166825"/>
                </a:cubicBezTo>
                <a:lnTo>
                  <a:pt x="209207" y="1201708"/>
                </a:lnTo>
                <a:cubicBezTo>
                  <a:pt x="159960" y="1180529"/>
                  <a:pt x="116869" y="1148138"/>
                  <a:pt x="82396" y="1107025"/>
                </a:cubicBezTo>
                <a:close/>
                <a:moveTo>
                  <a:pt x="4300646" y="917321"/>
                </a:moveTo>
                <a:lnTo>
                  <a:pt x="4338208" y="921012"/>
                </a:lnTo>
                <a:cubicBezTo>
                  <a:pt x="4333360" y="972690"/>
                  <a:pt x="4316398" y="1025598"/>
                  <a:pt x="4288530" y="1069893"/>
                </a:cubicBezTo>
                <a:lnTo>
                  <a:pt x="4257026" y="1050206"/>
                </a:lnTo>
                <a:cubicBezTo>
                  <a:pt x="4281260" y="1010833"/>
                  <a:pt x="4297012" y="964077"/>
                  <a:pt x="4300646" y="917321"/>
                </a:cubicBezTo>
                <a:close/>
                <a:moveTo>
                  <a:pt x="0" y="812954"/>
                </a:moveTo>
                <a:lnTo>
                  <a:pt x="39297" y="812954"/>
                </a:lnTo>
                <a:lnTo>
                  <a:pt x="39297" y="887545"/>
                </a:lnTo>
                <a:cubicBezTo>
                  <a:pt x="39297" y="912831"/>
                  <a:pt x="41832" y="938116"/>
                  <a:pt x="48170" y="962137"/>
                </a:cubicBezTo>
                <a:lnTo>
                  <a:pt x="10141" y="970987"/>
                </a:lnTo>
                <a:cubicBezTo>
                  <a:pt x="3803" y="944437"/>
                  <a:pt x="0" y="916623"/>
                  <a:pt x="0" y="887545"/>
                </a:cubicBezTo>
                <a:close/>
                <a:moveTo>
                  <a:pt x="4306462" y="615208"/>
                </a:moveTo>
                <a:lnTo>
                  <a:pt x="4343674" y="615208"/>
                </a:lnTo>
                <a:lnTo>
                  <a:pt x="4343674" y="767760"/>
                </a:lnTo>
                <a:lnTo>
                  <a:pt x="4306462" y="767760"/>
                </a:lnTo>
                <a:close/>
                <a:moveTo>
                  <a:pt x="0" y="505350"/>
                </a:moveTo>
                <a:lnTo>
                  <a:pt x="37250" y="505350"/>
                </a:lnTo>
                <a:lnTo>
                  <a:pt x="37250" y="657912"/>
                </a:lnTo>
                <a:lnTo>
                  <a:pt x="0" y="657912"/>
                </a:lnTo>
                <a:close/>
                <a:moveTo>
                  <a:pt x="4306462" y="307604"/>
                </a:moveTo>
                <a:lnTo>
                  <a:pt x="4343674" y="307604"/>
                </a:lnTo>
                <a:lnTo>
                  <a:pt x="4343674" y="460156"/>
                </a:lnTo>
                <a:lnTo>
                  <a:pt x="4306462" y="460156"/>
                </a:lnTo>
                <a:close/>
                <a:moveTo>
                  <a:pt x="0" y="203240"/>
                </a:moveTo>
                <a:lnTo>
                  <a:pt x="37250" y="203240"/>
                </a:lnTo>
                <a:lnTo>
                  <a:pt x="37250" y="355792"/>
                </a:lnTo>
                <a:lnTo>
                  <a:pt x="0" y="355792"/>
                </a:lnTo>
                <a:close/>
                <a:moveTo>
                  <a:pt x="4306462" y="0"/>
                </a:moveTo>
                <a:lnTo>
                  <a:pt x="4343674" y="0"/>
                </a:lnTo>
                <a:lnTo>
                  <a:pt x="4343674" y="152562"/>
                </a:lnTo>
                <a:lnTo>
                  <a:pt x="4306462" y="152562"/>
                </a:lnTo>
                <a:close/>
                <a:moveTo>
                  <a:pt x="0" y="0"/>
                </a:moveTo>
                <a:lnTo>
                  <a:pt x="37250" y="0"/>
                </a:lnTo>
                <a:lnTo>
                  <a:pt x="37250" y="48137"/>
                </a:lnTo>
                <a:lnTo>
                  <a:pt x="0" y="48137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E826A7C-CA7B-7A49-9970-3057A22C7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0586" y="9214976"/>
            <a:ext cx="38449" cy="1213940"/>
          </a:xfrm>
          <a:custGeom>
            <a:avLst/>
            <a:gdLst>
              <a:gd name="T0" fmla="*/ 31 w 32"/>
              <a:gd name="T1" fmla="*/ 974 h 975"/>
              <a:gd name="T2" fmla="*/ 0 w 32"/>
              <a:gd name="T3" fmla="*/ 974 h 975"/>
              <a:gd name="T4" fmla="*/ 0 w 32"/>
              <a:gd name="T5" fmla="*/ 0 h 975"/>
              <a:gd name="T6" fmla="*/ 31 w 32"/>
              <a:gd name="T7" fmla="*/ 0 h 975"/>
              <a:gd name="T8" fmla="*/ 31 w 32"/>
              <a:gd name="T9" fmla="*/ 974 h 9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" h="975">
                <a:moveTo>
                  <a:pt x="31" y="974"/>
                </a:moveTo>
                <a:lnTo>
                  <a:pt x="0" y="974"/>
                </a:lnTo>
                <a:lnTo>
                  <a:pt x="0" y="0"/>
                </a:lnTo>
                <a:lnTo>
                  <a:pt x="31" y="0"/>
                </a:lnTo>
                <a:lnTo>
                  <a:pt x="31" y="974"/>
                </a:ln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DF3B342-F625-A94D-8F9B-508853673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96156" y="4968938"/>
            <a:ext cx="3482521" cy="4251532"/>
          </a:xfrm>
          <a:custGeom>
            <a:avLst/>
            <a:gdLst>
              <a:gd name="T0" fmla="*/ 2752 w 2794"/>
              <a:gd name="T1" fmla="*/ 3089 h 3411"/>
              <a:gd name="T2" fmla="*/ 2752 w 2794"/>
              <a:gd name="T3" fmla="*/ 3089 h 3411"/>
              <a:gd name="T4" fmla="*/ 2471 w 2794"/>
              <a:gd name="T5" fmla="*/ 3370 h 3411"/>
              <a:gd name="T6" fmla="*/ 321 w 2794"/>
              <a:gd name="T7" fmla="*/ 3370 h 3411"/>
              <a:gd name="T8" fmla="*/ 321 w 2794"/>
              <a:gd name="T9" fmla="*/ 3370 h 3411"/>
              <a:gd name="T10" fmla="*/ 41 w 2794"/>
              <a:gd name="T11" fmla="*/ 3089 h 3411"/>
              <a:gd name="T12" fmla="*/ 41 w 2794"/>
              <a:gd name="T13" fmla="*/ 935 h 3411"/>
              <a:gd name="T14" fmla="*/ 2752 w 2794"/>
              <a:gd name="T15" fmla="*/ 935 h 3411"/>
              <a:gd name="T16" fmla="*/ 2752 w 2794"/>
              <a:gd name="T17" fmla="*/ 3089 h 3411"/>
              <a:gd name="T18" fmla="*/ 2471 w 2794"/>
              <a:gd name="T19" fmla="*/ 0 h 3411"/>
              <a:gd name="T20" fmla="*/ 1725 w 2794"/>
              <a:gd name="T21" fmla="*/ 0 h 3411"/>
              <a:gd name="T22" fmla="*/ 1725 w 2794"/>
              <a:gd name="T23" fmla="*/ 0 h 3411"/>
              <a:gd name="T24" fmla="*/ 1396 w 2794"/>
              <a:gd name="T25" fmla="*/ 239 h 3411"/>
              <a:gd name="T26" fmla="*/ 1396 w 2794"/>
              <a:gd name="T27" fmla="*/ 239 h 3411"/>
              <a:gd name="T28" fmla="*/ 1067 w 2794"/>
              <a:gd name="T29" fmla="*/ 0 h 3411"/>
              <a:gd name="T30" fmla="*/ 321 w 2794"/>
              <a:gd name="T31" fmla="*/ 0 h 3411"/>
              <a:gd name="T32" fmla="*/ 321 w 2794"/>
              <a:gd name="T33" fmla="*/ 0 h 3411"/>
              <a:gd name="T34" fmla="*/ 0 w 2794"/>
              <a:gd name="T35" fmla="*/ 321 h 3411"/>
              <a:gd name="T36" fmla="*/ 0 w 2794"/>
              <a:gd name="T37" fmla="*/ 3089 h 3411"/>
              <a:gd name="T38" fmla="*/ 0 w 2794"/>
              <a:gd name="T39" fmla="*/ 3089 h 3411"/>
              <a:gd name="T40" fmla="*/ 321 w 2794"/>
              <a:gd name="T41" fmla="*/ 3410 h 3411"/>
              <a:gd name="T42" fmla="*/ 2471 w 2794"/>
              <a:gd name="T43" fmla="*/ 3410 h 3411"/>
              <a:gd name="T44" fmla="*/ 2471 w 2794"/>
              <a:gd name="T45" fmla="*/ 3410 h 3411"/>
              <a:gd name="T46" fmla="*/ 2793 w 2794"/>
              <a:gd name="T47" fmla="*/ 3089 h 3411"/>
              <a:gd name="T48" fmla="*/ 2793 w 2794"/>
              <a:gd name="T49" fmla="*/ 321 h 3411"/>
              <a:gd name="T50" fmla="*/ 2793 w 2794"/>
              <a:gd name="T51" fmla="*/ 321 h 3411"/>
              <a:gd name="T52" fmla="*/ 2471 w 2794"/>
              <a:gd name="T53" fmla="*/ 0 h 3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794" h="3411">
                <a:moveTo>
                  <a:pt x="2752" y="3089"/>
                </a:moveTo>
                <a:lnTo>
                  <a:pt x="2752" y="3089"/>
                </a:lnTo>
                <a:cubicBezTo>
                  <a:pt x="2752" y="3244"/>
                  <a:pt x="2626" y="3370"/>
                  <a:pt x="2471" y="3370"/>
                </a:cubicBezTo>
                <a:lnTo>
                  <a:pt x="321" y="3370"/>
                </a:lnTo>
                <a:lnTo>
                  <a:pt x="321" y="3370"/>
                </a:lnTo>
                <a:cubicBezTo>
                  <a:pt x="167" y="3370"/>
                  <a:pt x="41" y="3244"/>
                  <a:pt x="41" y="3089"/>
                </a:cubicBezTo>
                <a:lnTo>
                  <a:pt x="41" y="935"/>
                </a:lnTo>
                <a:lnTo>
                  <a:pt x="2752" y="935"/>
                </a:lnTo>
                <a:lnTo>
                  <a:pt x="2752" y="3089"/>
                </a:lnTo>
                <a:close/>
                <a:moveTo>
                  <a:pt x="2471" y="0"/>
                </a:moveTo>
                <a:lnTo>
                  <a:pt x="1725" y="0"/>
                </a:lnTo>
                <a:lnTo>
                  <a:pt x="1725" y="0"/>
                </a:lnTo>
                <a:cubicBezTo>
                  <a:pt x="1680" y="139"/>
                  <a:pt x="1550" y="239"/>
                  <a:pt x="1396" y="239"/>
                </a:cubicBezTo>
                <a:lnTo>
                  <a:pt x="1396" y="239"/>
                </a:lnTo>
                <a:cubicBezTo>
                  <a:pt x="1242" y="239"/>
                  <a:pt x="1112" y="139"/>
                  <a:pt x="1067" y="0"/>
                </a:cubicBezTo>
                <a:lnTo>
                  <a:pt x="321" y="0"/>
                </a:lnTo>
                <a:lnTo>
                  <a:pt x="321" y="0"/>
                </a:lnTo>
                <a:cubicBezTo>
                  <a:pt x="144" y="0"/>
                  <a:pt x="0" y="145"/>
                  <a:pt x="0" y="321"/>
                </a:cubicBezTo>
                <a:lnTo>
                  <a:pt x="0" y="3089"/>
                </a:lnTo>
                <a:lnTo>
                  <a:pt x="0" y="3089"/>
                </a:lnTo>
                <a:cubicBezTo>
                  <a:pt x="0" y="3266"/>
                  <a:pt x="144" y="3410"/>
                  <a:pt x="321" y="3410"/>
                </a:cubicBezTo>
                <a:lnTo>
                  <a:pt x="2471" y="3410"/>
                </a:lnTo>
                <a:lnTo>
                  <a:pt x="2471" y="3410"/>
                </a:lnTo>
                <a:cubicBezTo>
                  <a:pt x="2648" y="3410"/>
                  <a:pt x="2793" y="3266"/>
                  <a:pt x="2793" y="3089"/>
                </a:cubicBezTo>
                <a:lnTo>
                  <a:pt x="2793" y="321"/>
                </a:lnTo>
                <a:lnTo>
                  <a:pt x="2793" y="321"/>
                </a:lnTo>
                <a:cubicBezTo>
                  <a:pt x="2793" y="145"/>
                  <a:pt x="2648" y="0"/>
                  <a:pt x="247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209EF414-6564-1643-ACF5-648D3C926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95189" y="4968938"/>
            <a:ext cx="3482521" cy="4251532"/>
          </a:xfrm>
          <a:custGeom>
            <a:avLst/>
            <a:gdLst>
              <a:gd name="T0" fmla="*/ 2752 w 2794"/>
              <a:gd name="T1" fmla="*/ 3089 h 3411"/>
              <a:gd name="T2" fmla="*/ 2752 w 2794"/>
              <a:gd name="T3" fmla="*/ 3089 h 3411"/>
              <a:gd name="T4" fmla="*/ 2472 w 2794"/>
              <a:gd name="T5" fmla="*/ 3370 h 3411"/>
              <a:gd name="T6" fmla="*/ 322 w 2794"/>
              <a:gd name="T7" fmla="*/ 3370 h 3411"/>
              <a:gd name="T8" fmla="*/ 322 w 2794"/>
              <a:gd name="T9" fmla="*/ 3370 h 3411"/>
              <a:gd name="T10" fmla="*/ 41 w 2794"/>
              <a:gd name="T11" fmla="*/ 3089 h 3411"/>
              <a:gd name="T12" fmla="*/ 41 w 2794"/>
              <a:gd name="T13" fmla="*/ 935 h 3411"/>
              <a:gd name="T14" fmla="*/ 2752 w 2794"/>
              <a:gd name="T15" fmla="*/ 935 h 3411"/>
              <a:gd name="T16" fmla="*/ 2752 w 2794"/>
              <a:gd name="T17" fmla="*/ 3089 h 3411"/>
              <a:gd name="T18" fmla="*/ 2472 w 2794"/>
              <a:gd name="T19" fmla="*/ 0 h 3411"/>
              <a:gd name="T20" fmla="*/ 1726 w 2794"/>
              <a:gd name="T21" fmla="*/ 0 h 3411"/>
              <a:gd name="T22" fmla="*/ 1726 w 2794"/>
              <a:gd name="T23" fmla="*/ 0 h 3411"/>
              <a:gd name="T24" fmla="*/ 1397 w 2794"/>
              <a:gd name="T25" fmla="*/ 239 h 3411"/>
              <a:gd name="T26" fmla="*/ 1397 w 2794"/>
              <a:gd name="T27" fmla="*/ 239 h 3411"/>
              <a:gd name="T28" fmla="*/ 1067 w 2794"/>
              <a:gd name="T29" fmla="*/ 0 h 3411"/>
              <a:gd name="T30" fmla="*/ 322 w 2794"/>
              <a:gd name="T31" fmla="*/ 0 h 3411"/>
              <a:gd name="T32" fmla="*/ 322 w 2794"/>
              <a:gd name="T33" fmla="*/ 0 h 3411"/>
              <a:gd name="T34" fmla="*/ 0 w 2794"/>
              <a:gd name="T35" fmla="*/ 321 h 3411"/>
              <a:gd name="T36" fmla="*/ 0 w 2794"/>
              <a:gd name="T37" fmla="*/ 3089 h 3411"/>
              <a:gd name="T38" fmla="*/ 0 w 2794"/>
              <a:gd name="T39" fmla="*/ 3089 h 3411"/>
              <a:gd name="T40" fmla="*/ 322 w 2794"/>
              <a:gd name="T41" fmla="*/ 3410 h 3411"/>
              <a:gd name="T42" fmla="*/ 2472 w 2794"/>
              <a:gd name="T43" fmla="*/ 3410 h 3411"/>
              <a:gd name="T44" fmla="*/ 2472 w 2794"/>
              <a:gd name="T45" fmla="*/ 3410 h 3411"/>
              <a:gd name="T46" fmla="*/ 2793 w 2794"/>
              <a:gd name="T47" fmla="*/ 3089 h 3411"/>
              <a:gd name="T48" fmla="*/ 2793 w 2794"/>
              <a:gd name="T49" fmla="*/ 321 h 3411"/>
              <a:gd name="T50" fmla="*/ 2793 w 2794"/>
              <a:gd name="T51" fmla="*/ 321 h 3411"/>
              <a:gd name="T52" fmla="*/ 2472 w 2794"/>
              <a:gd name="T53" fmla="*/ 0 h 3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794" h="3411">
                <a:moveTo>
                  <a:pt x="2752" y="3089"/>
                </a:moveTo>
                <a:lnTo>
                  <a:pt x="2752" y="3089"/>
                </a:lnTo>
                <a:cubicBezTo>
                  <a:pt x="2752" y="3244"/>
                  <a:pt x="2626" y="3370"/>
                  <a:pt x="2472" y="3370"/>
                </a:cubicBezTo>
                <a:lnTo>
                  <a:pt x="322" y="3370"/>
                </a:lnTo>
                <a:lnTo>
                  <a:pt x="322" y="3370"/>
                </a:lnTo>
                <a:cubicBezTo>
                  <a:pt x="167" y="3370"/>
                  <a:pt x="41" y="3244"/>
                  <a:pt x="41" y="3089"/>
                </a:cubicBezTo>
                <a:lnTo>
                  <a:pt x="41" y="935"/>
                </a:lnTo>
                <a:lnTo>
                  <a:pt x="2752" y="935"/>
                </a:lnTo>
                <a:lnTo>
                  <a:pt x="2752" y="3089"/>
                </a:lnTo>
                <a:close/>
                <a:moveTo>
                  <a:pt x="2472" y="0"/>
                </a:moveTo>
                <a:lnTo>
                  <a:pt x="1726" y="0"/>
                </a:lnTo>
                <a:lnTo>
                  <a:pt x="1726" y="0"/>
                </a:lnTo>
                <a:cubicBezTo>
                  <a:pt x="1681" y="139"/>
                  <a:pt x="1551" y="239"/>
                  <a:pt x="1397" y="239"/>
                </a:cubicBezTo>
                <a:lnTo>
                  <a:pt x="1397" y="239"/>
                </a:lnTo>
                <a:cubicBezTo>
                  <a:pt x="1243" y="239"/>
                  <a:pt x="1113" y="139"/>
                  <a:pt x="1067" y="0"/>
                </a:cubicBezTo>
                <a:lnTo>
                  <a:pt x="322" y="0"/>
                </a:lnTo>
                <a:lnTo>
                  <a:pt x="322" y="0"/>
                </a:lnTo>
                <a:cubicBezTo>
                  <a:pt x="145" y="0"/>
                  <a:pt x="0" y="145"/>
                  <a:pt x="0" y="321"/>
                </a:cubicBezTo>
                <a:lnTo>
                  <a:pt x="0" y="3089"/>
                </a:lnTo>
                <a:lnTo>
                  <a:pt x="0" y="3089"/>
                </a:lnTo>
                <a:cubicBezTo>
                  <a:pt x="0" y="3266"/>
                  <a:pt x="145" y="3410"/>
                  <a:pt x="322" y="3410"/>
                </a:cubicBezTo>
                <a:lnTo>
                  <a:pt x="2472" y="3410"/>
                </a:lnTo>
                <a:lnTo>
                  <a:pt x="2472" y="3410"/>
                </a:lnTo>
                <a:cubicBezTo>
                  <a:pt x="2649" y="3410"/>
                  <a:pt x="2793" y="3266"/>
                  <a:pt x="2793" y="3089"/>
                </a:cubicBezTo>
                <a:lnTo>
                  <a:pt x="2793" y="321"/>
                </a:lnTo>
                <a:lnTo>
                  <a:pt x="2793" y="321"/>
                </a:lnTo>
                <a:cubicBezTo>
                  <a:pt x="2793" y="145"/>
                  <a:pt x="2649" y="0"/>
                  <a:pt x="24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469EC464-772C-8243-907C-8F72A190A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943" y="4458094"/>
            <a:ext cx="763520" cy="763520"/>
          </a:xfrm>
          <a:custGeom>
            <a:avLst/>
            <a:gdLst>
              <a:gd name="T0" fmla="*/ 306 w 612"/>
              <a:gd name="T1" fmla="*/ 0 h 611"/>
              <a:gd name="T2" fmla="*/ 306 w 612"/>
              <a:gd name="T3" fmla="*/ 0 h 611"/>
              <a:gd name="T4" fmla="*/ 0 w 612"/>
              <a:gd name="T5" fmla="*/ 305 h 611"/>
              <a:gd name="T6" fmla="*/ 0 w 612"/>
              <a:gd name="T7" fmla="*/ 305 h 611"/>
              <a:gd name="T8" fmla="*/ 306 w 612"/>
              <a:gd name="T9" fmla="*/ 610 h 611"/>
              <a:gd name="T10" fmla="*/ 306 w 612"/>
              <a:gd name="T11" fmla="*/ 610 h 611"/>
              <a:gd name="T12" fmla="*/ 611 w 612"/>
              <a:gd name="T13" fmla="*/ 305 h 611"/>
              <a:gd name="T14" fmla="*/ 611 w 612"/>
              <a:gd name="T15" fmla="*/ 305 h 611"/>
              <a:gd name="T16" fmla="*/ 306 w 612"/>
              <a:gd name="T17" fmla="*/ 0 h 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1">
                <a:moveTo>
                  <a:pt x="306" y="0"/>
                </a:moveTo>
                <a:lnTo>
                  <a:pt x="306" y="0"/>
                </a:lnTo>
                <a:cubicBezTo>
                  <a:pt x="137" y="0"/>
                  <a:pt x="0" y="136"/>
                  <a:pt x="0" y="305"/>
                </a:cubicBezTo>
                <a:lnTo>
                  <a:pt x="0" y="305"/>
                </a:lnTo>
                <a:cubicBezTo>
                  <a:pt x="0" y="474"/>
                  <a:pt x="137" y="610"/>
                  <a:pt x="306" y="610"/>
                </a:cubicBezTo>
                <a:lnTo>
                  <a:pt x="306" y="610"/>
                </a:lnTo>
                <a:cubicBezTo>
                  <a:pt x="474" y="610"/>
                  <a:pt x="611" y="474"/>
                  <a:pt x="611" y="305"/>
                </a:cubicBezTo>
                <a:lnTo>
                  <a:pt x="611" y="305"/>
                </a:lnTo>
                <a:cubicBezTo>
                  <a:pt x="611" y="136"/>
                  <a:pt x="474" y="0"/>
                  <a:pt x="306" y="0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DC8B93E-1831-7843-BDD7-7F22A9C38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7757" y="4968938"/>
            <a:ext cx="3477030" cy="4251532"/>
          </a:xfrm>
          <a:custGeom>
            <a:avLst/>
            <a:gdLst>
              <a:gd name="T0" fmla="*/ 2751 w 2793"/>
              <a:gd name="T1" fmla="*/ 3089 h 3411"/>
              <a:gd name="T2" fmla="*/ 2751 w 2793"/>
              <a:gd name="T3" fmla="*/ 3089 h 3411"/>
              <a:gd name="T4" fmla="*/ 2471 w 2793"/>
              <a:gd name="T5" fmla="*/ 3370 h 3411"/>
              <a:gd name="T6" fmla="*/ 321 w 2793"/>
              <a:gd name="T7" fmla="*/ 3370 h 3411"/>
              <a:gd name="T8" fmla="*/ 321 w 2793"/>
              <a:gd name="T9" fmla="*/ 3370 h 3411"/>
              <a:gd name="T10" fmla="*/ 41 w 2793"/>
              <a:gd name="T11" fmla="*/ 3089 h 3411"/>
              <a:gd name="T12" fmla="*/ 41 w 2793"/>
              <a:gd name="T13" fmla="*/ 935 h 3411"/>
              <a:gd name="T14" fmla="*/ 2751 w 2793"/>
              <a:gd name="T15" fmla="*/ 935 h 3411"/>
              <a:gd name="T16" fmla="*/ 2751 w 2793"/>
              <a:gd name="T17" fmla="*/ 3089 h 3411"/>
              <a:gd name="T18" fmla="*/ 2471 w 2793"/>
              <a:gd name="T19" fmla="*/ 0 h 3411"/>
              <a:gd name="T20" fmla="*/ 1725 w 2793"/>
              <a:gd name="T21" fmla="*/ 0 h 3411"/>
              <a:gd name="T22" fmla="*/ 1725 w 2793"/>
              <a:gd name="T23" fmla="*/ 0 h 3411"/>
              <a:gd name="T24" fmla="*/ 1396 w 2793"/>
              <a:gd name="T25" fmla="*/ 239 h 3411"/>
              <a:gd name="T26" fmla="*/ 1396 w 2793"/>
              <a:gd name="T27" fmla="*/ 239 h 3411"/>
              <a:gd name="T28" fmla="*/ 1067 w 2793"/>
              <a:gd name="T29" fmla="*/ 0 h 3411"/>
              <a:gd name="T30" fmla="*/ 321 w 2793"/>
              <a:gd name="T31" fmla="*/ 0 h 3411"/>
              <a:gd name="T32" fmla="*/ 321 w 2793"/>
              <a:gd name="T33" fmla="*/ 0 h 3411"/>
              <a:gd name="T34" fmla="*/ 0 w 2793"/>
              <a:gd name="T35" fmla="*/ 321 h 3411"/>
              <a:gd name="T36" fmla="*/ 0 w 2793"/>
              <a:gd name="T37" fmla="*/ 3089 h 3411"/>
              <a:gd name="T38" fmla="*/ 0 w 2793"/>
              <a:gd name="T39" fmla="*/ 3089 h 3411"/>
              <a:gd name="T40" fmla="*/ 321 w 2793"/>
              <a:gd name="T41" fmla="*/ 3410 h 3411"/>
              <a:gd name="T42" fmla="*/ 2471 w 2793"/>
              <a:gd name="T43" fmla="*/ 3410 h 3411"/>
              <a:gd name="T44" fmla="*/ 2471 w 2793"/>
              <a:gd name="T45" fmla="*/ 3410 h 3411"/>
              <a:gd name="T46" fmla="*/ 2792 w 2793"/>
              <a:gd name="T47" fmla="*/ 3089 h 3411"/>
              <a:gd name="T48" fmla="*/ 2792 w 2793"/>
              <a:gd name="T49" fmla="*/ 321 h 3411"/>
              <a:gd name="T50" fmla="*/ 2792 w 2793"/>
              <a:gd name="T51" fmla="*/ 321 h 3411"/>
              <a:gd name="T52" fmla="*/ 2471 w 2793"/>
              <a:gd name="T53" fmla="*/ 0 h 3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793" h="3411">
                <a:moveTo>
                  <a:pt x="2751" y="3089"/>
                </a:moveTo>
                <a:lnTo>
                  <a:pt x="2751" y="3089"/>
                </a:lnTo>
                <a:cubicBezTo>
                  <a:pt x="2751" y="3244"/>
                  <a:pt x="2625" y="3370"/>
                  <a:pt x="2471" y="3370"/>
                </a:cubicBezTo>
                <a:lnTo>
                  <a:pt x="321" y="3370"/>
                </a:lnTo>
                <a:lnTo>
                  <a:pt x="321" y="3370"/>
                </a:lnTo>
                <a:cubicBezTo>
                  <a:pt x="167" y="3370"/>
                  <a:pt x="41" y="3244"/>
                  <a:pt x="41" y="3089"/>
                </a:cubicBezTo>
                <a:lnTo>
                  <a:pt x="41" y="935"/>
                </a:lnTo>
                <a:lnTo>
                  <a:pt x="2751" y="935"/>
                </a:lnTo>
                <a:lnTo>
                  <a:pt x="2751" y="3089"/>
                </a:lnTo>
                <a:close/>
                <a:moveTo>
                  <a:pt x="2471" y="0"/>
                </a:moveTo>
                <a:lnTo>
                  <a:pt x="1725" y="0"/>
                </a:lnTo>
                <a:lnTo>
                  <a:pt x="1725" y="0"/>
                </a:lnTo>
                <a:cubicBezTo>
                  <a:pt x="1680" y="139"/>
                  <a:pt x="1550" y="239"/>
                  <a:pt x="1396" y="239"/>
                </a:cubicBezTo>
                <a:lnTo>
                  <a:pt x="1396" y="239"/>
                </a:lnTo>
                <a:cubicBezTo>
                  <a:pt x="1242" y="239"/>
                  <a:pt x="1112" y="139"/>
                  <a:pt x="1067" y="0"/>
                </a:cubicBezTo>
                <a:lnTo>
                  <a:pt x="321" y="0"/>
                </a:lnTo>
                <a:lnTo>
                  <a:pt x="321" y="0"/>
                </a:lnTo>
                <a:cubicBezTo>
                  <a:pt x="144" y="0"/>
                  <a:pt x="0" y="145"/>
                  <a:pt x="0" y="321"/>
                </a:cubicBezTo>
                <a:lnTo>
                  <a:pt x="0" y="3089"/>
                </a:lnTo>
                <a:lnTo>
                  <a:pt x="0" y="3089"/>
                </a:lnTo>
                <a:cubicBezTo>
                  <a:pt x="0" y="3266"/>
                  <a:pt x="144" y="3410"/>
                  <a:pt x="321" y="3410"/>
                </a:cubicBezTo>
                <a:lnTo>
                  <a:pt x="2471" y="3410"/>
                </a:lnTo>
                <a:lnTo>
                  <a:pt x="2471" y="3410"/>
                </a:lnTo>
                <a:cubicBezTo>
                  <a:pt x="2648" y="3410"/>
                  <a:pt x="2792" y="3266"/>
                  <a:pt x="2792" y="3089"/>
                </a:cubicBezTo>
                <a:lnTo>
                  <a:pt x="2792" y="321"/>
                </a:lnTo>
                <a:lnTo>
                  <a:pt x="2792" y="321"/>
                </a:lnTo>
                <a:cubicBezTo>
                  <a:pt x="2792" y="145"/>
                  <a:pt x="2648" y="0"/>
                  <a:pt x="247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9DDDCA1F-9A37-514B-B55C-A46AE57A4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8727" y="4968938"/>
            <a:ext cx="3477027" cy="4251532"/>
          </a:xfrm>
          <a:custGeom>
            <a:avLst/>
            <a:gdLst>
              <a:gd name="T0" fmla="*/ 2751 w 2793"/>
              <a:gd name="T1" fmla="*/ 3089 h 3411"/>
              <a:gd name="T2" fmla="*/ 2751 w 2793"/>
              <a:gd name="T3" fmla="*/ 3089 h 3411"/>
              <a:gd name="T4" fmla="*/ 2470 w 2793"/>
              <a:gd name="T5" fmla="*/ 3370 h 3411"/>
              <a:gd name="T6" fmla="*/ 322 w 2793"/>
              <a:gd name="T7" fmla="*/ 3370 h 3411"/>
              <a:gd name="T8" fmla="*/ 322 w 2793"/>
              <a:gd name="T9" fmla="*/ 3370 h 3411"/>
              <a:gd name="T10" fmla="*/ 41 w 2793"/>
              <a:gd name="T11" fmla="*/ 3089 h 3411"/>
              <a:gd name="T12" fmla="*/ 41 w 2793"/>
              <a:gd name="T13" fmla="*/ 935 h 3411"/>
              <a:gd name="T14" fmla="*/ 2751 w 2793"/>
              <a:gd name="T15" fmla="*/ 935 h 3411"/>
              <a:gd name="T16" fmla="*/ 2751 w 2793"/>
              <a:gd name="T17" fmla="*/ 3089 h 3411"/>
              <a:gd name="T18" fmla="*/ 2470 w 2793"/>
              <a:gd name="T19" fmla="*/ 0 h 3411"/>
              <a:gd name="T20" fmla="*/ 1725 w 2793"/>
              <a:gd name="T21" fmla="*/ 0 h 3411"/>
              <a:gd name="T22" fmla="*/ 1725 w 2793"/>
              <a:gd name="T23" fmla="*/ 0 h 3411"/>
              <a:gd name="T24" fmla="*/ 1396 w 2793"/>
              <a:gd name="T25" fmla="*/ 239 h 3411"/>
              <a:gd name="T26" fmla="*/ 1396 w 2793"/>
              <a:gd name="T27" fmla="*/ 239 h 3411"/>
              <a:gd name="T28" fmla="*/ 1067 w 2793"/>
              <a:gd name="T29" fmla="*/ 0 h 3411"/>
              <a:gd name="T30" fmla="*/ 322 w 2793"/>
              <a:gd name="T31" fmla="*/ 0 h 3411"/>
              <a:gd name="T32" fmla="*/ 322 w 2793"/>
              <a:gd name="T33" fmla="*/ 0 h 3411"/>
              <a:gd name="T34" fmla="*/ 0 w 2793"/>
              <a:gd name="T35" fmla="*/ 321 h 3411"/>
              <a:gd name="T36" fmla="*/ 0 w 2793"/>
              <a:gd name="T37" fmla="*/ 3089 h 3411"/>
              <a:gd name="T38" fmla="*/ 0 w 2793"/>
              <a:gd name="T39" fmla="*/ 3089 h 3411"/>
              <a:gd name="T40" fmla="*/ 322 w 2793"/>
              <a:gd name="T41" fmla="*/ 3410 h 3411"/>
              <a:gd name="T42" fmla="*/ 2470 w 2793"/>
              <a:gd name="T43" fmla="*/ 3410 h 3411"/>
              <a:gd name="T44" fmla="*/ 2470 w 2793"/>
              <a:gd name="T45" fmla="*/ 3410 h 3411"/>
              <a:gd name="T46" fmla="*/ 2792 w 2793"/>
              <a:gd name="T47" fmla="*/ 3089 h 3411"/>
              <a:gd name="T48" fmla="*/ 2792 w 2793"/>
              <a:gd name="T49" fmla="*/ 321 h 3411"/>
              <a:gd name="T50" fmla="*/ 2792 w 2793"/>
              <a:gd name="T51" fmla="*/ 321 h 3411"/>
              <a:gd name="T52" fmla="*/ 2470 w 2793"/>
              <a:gd name="T53" fmla="*/ 0 h 3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793" h="3411">
                <a:moveTo>
                  <a:pt x="2751" y="3089"/>
                </a:moveTo>
                <a:lnTo>
                  <a:pt x="2751" y="3089"/>
                </a:lnTo>
                <a:cubicBezTo>
                  <a:pt x="2751" y="3244"/>
                  <a:pt x="2625" y="3370"/>
                  <a:pt x="2470" y="3370"/>
                </a:cubicBezTo>
                <a:lnTo>
                  <a:pt x="322" y="3370"/>
                </a:lnTo>
                <a:lnTo>
                  <a:pt x="322" y="3370"/>
                </a:lnTo>
                <a:cubicBezTo>
                  <a:pt x="167" y="3370"/>
                  <a:pt x="41" y="3244"/>
                  <a:pt x="41" y="3089"/>
                </a:cubicBezTo>
                <a:lnTo>
                  <a:pt x="41" y="935"/>
                </a:lnTo>
                <a:lnTo>
                  <a:pt x="2751" y="935"/>
                </a:lnTo>
                <a:lnTo>
                  <a:pt x="2751" y="3089"/>
                </a:lnTo>
                <a:close/>
                <a:moveTo>
                  <a:pt x="2470" y="0"/>
                </a:moveTo>
                <a:lnTo>
                  <a:pt x="1725" y="0"/>
                </a:lnTo>
                <a:lnTo>
                  <a:pt x="1725" y="0"/>
                </a:lnTo>
                <a:cubicBezTo>
                  <a:pt x="1679" y="139"/>
                  <a:pt x="1549" y="239"/>
                  <a:pt x="1396" y="239"/>
                </a:cubicBezTo>
                <a:lnTo>
                  <a:pt x="1396" y="239"/>
                </a:lnTo>
                <a:cubicBezTo>
                  <a:pt x="1242" y="239"/>
                  <a:pt x="1112" y="139"/>
                  <a:pt x="1067" y="0"/>
                </a:cubicBezTo>
                <a:lnTo>
                  <a:pt x="322" y="0"/>
                </a:lnTo>
                <a:lnTo>
                  <a:pt x="322" y="0"/>
                </a:lnTo>
                <a:cubicBezTo>
                  <a:pt x="144" y="0"/>
                  <a:pt x="0" y="145"/>
                  <a:pt x="0" y="321"/>
                </a:cubicBezTo>
                <a:lnTo>
                  <a:pt x="0" y="3089"/>
                </a:lnTo>
                <a:lnTo>
                  <a:pt x="0" y="3089"/>
                </a:lnTo>
                <a:cubicBezTo>
                  <a:pt x="0" y="3266"/>
                  <a:pt x="144" y="3410"/>
                  <a:pt x="322" y="3410"/>
                </a:cubicBezTo>
                <a:lnTo>
                  <a:pt x="2470" y="3410"/>
                </a:lnTo>
                <a:lnTo>
                  <a:pt x="2470" y="3410"/>
                </a:lnTo>
                <a:cubicBezTo>
                  <a:pt x="2648" y="3410"/>
                  <a:pt x="2792" y="3266"/>
                  <a:pt x="2792" y="3089"/>
                </a:cubicBezTo>
                <a:lnTo>
                  <a:pt x="2792" y="321"/>
                </a:lnTo>
                <a:lnTo>
                  <a:pt x="2792" y="321"/>
                </a:lnTo>
                <a:cubicBezTo>
                  <a:pt x="2792" y="145"/>
                  <a:pt x="2648" y="0"/>
                  <a:pt x="24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D2D9928-2EE8-6C4B-9CC8-438A2A478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295" y="4968938"/>
            <a:ext cx="3482521" cy="4251532"/>
          </a:xfrm>
          <a:custGeom>
            <a:avLst/>
            <a:gdLst>
              <a:gd name="T0" fmla="*/ 2752 w 2794"/>
              <a:gd name="T1" fmla="*/ 3089 h 3411"/>
              <a:gd name="T2" fmla="*/ 2752 w 2794"/>
              <a:gd name="T3" fmla="*/ 3089 h 3411"/>
              <a:gd name="T4" fmla="*/ 2471 w 2794"/>
              <a:gd name="T5" fmla="*/ 3370 h 3411"/>
              <a:gd name="T6" fmla="*/ 322 w 2794"/>
              <a:gd name="T7" fmla="*/ 3370 h 3411"/>
              <a:gd name="T8" fmla="*/ 322 w 2794"/>
              <a:gd name="T9" fmla="*/ 3370 h 3411"/>
              <a:gd name="T10" fmla="*/ 41 w 2794"/>
              <a:gd name="T11" fmla="*/ 3089 h 3411"/>
              <a:gd name="T12" fmla="*/ 41 w 2794"/>
              <a:gd name="T13" fmla="*/ 935 h 3411"/>
              <a:gd name="T14" fmla="*/ 2752 w 2794"/>
              <a:gd name="T15" fmla="*/ 935 h 3411"/>
              <a:gd name="T16" fmla="*/ 2752 w 2794"/>
              <a:gd name="T17" fmla="*/ 3089 h 3411"/>
              <a:gd name="T18" fmla="*/ 2471 w 2794"/>
              <a:gd name="T19" fmla="*/ 0 h 3411"/>
              <a:gd name="T20" fmla="*/ 1726 w 2794"/>
              <a:gd name="T21" fmla="*/ 0 h 3411"/>
              <a:gd name="T22" fmla="*/ 1726 w 2794"/>
              <a:gd name="T23" fmla="*/ 0 h 3411"/>
              <a:gd name="T24" fmla="*/ 1396 w 2794"/>
              <a:gd name="T25" fmla="*/ 239 h 3411"/>
              <a:gd name="T26" fmla="*/ 1396 w 2794"/>
              <a:gd name="T27" fmla="*/ 239 h 3411"/>
              <a:gd name="T28" fmla="*/ 1067 w 2794"/>
              <a:gd name="T29" fmla="*/ 0 h 3411"/>
              <a:gd name="T30" fmla="*/ 322 w 2794"/>
              <a:gd name="T31" fmla="*/ 0 h 3411"/>
              <a:gd name="T32" fmla="*/ 322 w 2794"/>
              <a:gd name="T33" fmla="*/ 0 h 3411"/>
              <a:gd name="T34" fmla="*/ 0 w 2794"/>
              <a:gd name="T35" fmla="*/ 321 h 3411"/>
              <a:gd name="T36" fmla="*/ 0 w 2794"/>
              <a:gd name="T37" fmla="*/ 3089 h 3411"/>
              <a:gd name="T38" fmla="*/ 0 w 2794"/>
              <a:gd name="T39" fmla="*/ 3089 h 3411"/>
              <a:gd name="T40" fmla="*/ 322 w 2794"/>
              <a:gd name="T41" fmla="*/ 3410 h 3411"/>
              <a:gd name="T42" fmla="*/ 2471 w 2794"/>
              <a:gd name="T43" fmla="*/ 3410 h 3411"/>
              <a:gd name="T44" fmla="*/ 2471 w 2794"/>
              <a:gd name="T45" fmla="*/ 3410 h 3411"/>
              <a:gd name="T46" fmla="*/ 2793 w 2794"/>
              <a:gd name="T47" fmla="*/ 3089 h 3411"/>
              <a:gd name="T48" fmla="*/ 2793 w 2794"/>
              <a:gd name="T49" fmla="*/ 321 h 3411"/>
              <a:gd name="T50" fmla="*/ 2793 w 2794"/>
              <a:gd name="T51" fmla="*/ 321 h 3411"/>
              <a:gd name="T52" fmla="*/ 2471 w 2794"/>
              <a:gd name="T53" fmla="*/ 0 h 3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794" h="3411">
                <a:moveTo>
                  <a:pt x="2752" y="3089"/>
                </a:moveTo>
                <a:lnTo>
                  <a:pt x="2752" y="3089"/>
                </a:lnTo>
                <a:cubicBezTo>
                  <a:pt x="2752" y="3244"/>
                  <a:pt x="2626" y="3370"/>
                  <a:pt x="2471" y="3370"/>
                </a:cubicBezTo>
                <a:lnTo>
                  <a:pt x="322" y="3370"/>
                </a:lnTo>
                <a:lnTo>
                  <a:pt x="322" y="3370"/>
                </a:lnTo>
                <a:cubicBezTo>
                  <a:pt x="167" y="3370"/>
                  <a:pt x="41" y="3244"/>
                  <a:pt x="41" y="3089"/>
                </a:cubicBezTo>
                <a:lnTo>
                  <a:pt x="41" y="935"/>
                </a:lnTo>
                <a:lnTo>
                  <a:pt x="2752" y="935"/>
                </a:lnTo>
                <a:lnTo>
                  <a:pt x="2752" y="3089"/>
                </a:lnTo>
                <a:close/>
                <a:moveTo>
                  <a:pt x="2471" y="0"/>
                </a:moveTo>
                <a:lnTo>
                  <a:pt x="1726" y="0"/>
                </a:lnTo>
                <a:lnTo>
                  <a:pt x="1726" y="0"/>
                </a:lnTo>
                <a:cubicBezTo>
                  <a:pt x="1681" y="139"/>
                  <a:pt x="1550" y="239"/>
                  <a:pt x="1396" y="239"/>
                </a:cubicBezTo>
                <a:lnTo>
                  <a:pt x="1396" y="239"/>
                </a:lnTo>
                <a:cubicBezTo>
                  <a:pt x="1243" y="239"/>
                  <a:pt x="1113" y="139"/>
                  <a:pt x="1067" y="0"/>
                </a:cubicBezTo>
                <a:lnTo>
                  <a:pt x="322" y="0"/>
                </a:lnTo>
                <a:lnTo>
                  <a:pt x="322" y="0"/>
                </a:lnTo>
                <a:cubicBezTo>
                  <a:pt x="144" y="0"/>
                  <a:pt x="0" y="145"/>
                  <a:pt x="0" y="321"/>
                </a:cubicBezTo>
                <a:lnTo>
                  <a:pt x="0" y="3089"/>
                </a:lnTo>
                <a:lnTo>
                  <a:pt x="0" y="3089"/>
                </a:lnTo>
                <a:cubicBezTo>
                  <a:pt x="0" y="3266"/>
                  <a:pt x="144" y="3410"/>
                  <a:pt x="322" y="3410"/>
                </a:cubicBezTo>
                <a:lnTo>
                  <a:pt x="2471" y="3410"/>
                </a:lnTo>
                <a:lnTo>
                  <a:pt x="2471" y="3410"/>
                </a:lnTo>
                <a:cubicBezTo>
                  <a:pt x="2649" y="3410"/>
                  <a:pt x="2793" y="3266"/>
                  <a:pt x="2793" y="3089"/>
                </a:cubicBezTo>
                <a:lnTo>
                  <a:pt x="2793" y="321"/>
                </a:lnTo>
                <a:lnTo>
                  <a:pt x="2793" y="321"/>
                </a:lnTo>
                <a:cubicBezTo>
                  <a:pt x="2793" y="145"/>
                  <a:pt x="2649" y="0"/>
                  <a:pt x="247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53DFEA6-A935-AD4A-9346-FAAF0AF4A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3543" y="4458094"/>
            <a:ext cx="763520" cy="763520"/>
          </a:xfrm>
          <a:custGeom>
            <a:avLst/>
            <a:gdLst>
              <a:gd name="T0" fmla="*/ 305 w 612"/>
              <a:gd name="T1" fmla="*/ 0 h 611"/>
              <a:gd name="T2" fmla="*/ 305 w 612"/>
              <a:gd name="T3" fmla="*/ 0 h 611"/>
              <a:gd name="T4" fmla="*/ 0 w 612"/>
              <a:gd name="T5" fmla="*/ 305 h 611"/>
              <a:gd name="T6" fmla="*/ 0 w 612"/>
              <a:gd name="T7" fmla="*/ 305 h 611"/>
              <a:gd name="T8" fmla="*/ 305 w 612"/>
              <a:gd name="T9" fmla="*/ 610 h 611"/>
              <a:gd name="T10" fmla="*/ 305 w 612"/>
              <a:gd name="T11" fmla="*/ 610 h 611"/>
              <a:gd name="T12" fmla="*/ 611 w 612"/>
              <a:gd name="T13" fmla="*/ 305 h 611"/>
              <a:gd name="T14" fmla="*/ 611 w 612"/>
              <a:gd name="T15" fmla="*/ 305 h 611"/>
              <a:gd name="T16" fmla="*/ 305 w 612"/>
              <a:gd name="T17" fmla="*/ 0 h 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1">
                <a:moveTo>
                  <a:pt x="305" y="0"/>
                </a:moveTo>
                <a:lnTo>
                  <a:pt x="305" y="0"/>
                </a:lnTo>
                <a:cubicBezTo>
                  <a:pt x="137" y="0"/>
                  <a:pt x="0" y="136"/>
                  <a:pt x="0" y="305"/>
                </a:cubicBezTo>
                <a:lnTo>
                  <a:pt x="0" y="305"/>
                </a:lnTo>
                <a:cubicBezTo>
                  <a:pt x="0" y="474"/>
                  <a:pt x="137" y="610"/>
                  <a:pt x="305" y="610"/>
                </a:cubicBezTo>
                <a:lnTo>
                  <a:pt x="305" y="610"/>
                </a:lnTo>
                <a:cubicBezTo>
                  <a:pt x="474" y="610"/>
                  <a:pt x="611" y="474"/>
                  <a:pt x="611" y="305"/>
                </a:cubicBezTo>
                <a:lnTo>
                  <a:pt x="611" y="305"/>
                </a:lnTo>
                <a:cubicBezTo>
                  <a:pt x="611" y="136"/>
                  <a:pt x="474" y="0"/>
                  <a:pt x="305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1ECD90CE-ED66-8A42-A054-C9DF67F67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4514" y="4458094"/>
            <a:ext cx="763516" cy="763520"/>
          </a:xfrm>
          <a:custGeom>
            <a:avLst/>
            <a:gdLst>
              <a:gd name="T0" fmla="*/ 305 w 611"/>
              <a:gd name="T1" fmla="*/ 0 h 611"/>
              <a:gd name="T2" fmla="*/ 305 w 611"/>
              <a:gd name="T3" fmla="*/ 0 h 611"/>
              <a:gd name="T4" fmla="*/ 0 w 611"/>
              <a:gd name="T5" fmla="*/ 305 h 611"/>
              <a:gd name="T6" fmla="*/ 0 w 611"/>
              <a:gd name="T7" fmla="*/ 305 h 611"/>
              <a:gd name="T8" fmla="*/ 305 w 611"/>
              <a:gd name="T9" fmla="*/ 610 h 611"/>
              <a:gd name="T10" fmla="*/ 305 w 611"/>
              <a:gd name="T11" fmla="*/ 610 h 611"/>
              <a:gd name="T12" fmla="*/ 610 w 611"/>
              <a:gd name="T13" fmla="*/ 305 h 611"/>
              <a:gd name="T14" fmla="*/ 610 w 611"/>
              <a:gd name="T15" fmla="*/ 305 h 611"/>
              <a:gd name="T16" fmla="*/ 305 w 611"/>
              <a:gd name="T17" fmla="*/ 0 h 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1" h="611">
                <a:moveTo>
                  <a:pt x="305" y="0"/>
                </a:moveTo>
                <a:lnTo>
                  <a:pt x="305" y="0"/>
                </a:lnTo>
                <a:cubicBezTo>
                  <a:pt x="136" y="0"/>
                  <a:pt x="0" y="136"/>
                  <a:pt x="0" y="305"/>
                </a:cubicBezTo>
                <a:lnTo>
                  <a:pt x="0" y="305"/>
                </a:lnTo>
                <a:cubicBezTo>
                  <a:pt x="0" y="474"/>
                  <a:pt x="136" y="610"/>
                  <a:pt x="305" y="610"/>
                </a:cubicBezTo>
                <a:lnTo>
                  <a:pt x="305" y="610"/>
                </a:lnTo>
                <a:cubicBezTo>
                  <a:pt x="474" y="610"/>
                  <a:pt x="610" y="474"/>
                  <a:pt x="610" y="305"/>
                </a:cubicBezTo>
                <a:lnTo>
                  <a:pt x="610" y="305"/>
                </a:lnTo>
                <a:cubicBezTo>
                  <a:pt x="610" y="136"/>
                  <a:pt x="474" y="0"/>
                  <a:pt x="305" y="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724D2DD5-8469-1445-85C5-EC1BB9E7C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50975" y="4458094"/>
            <a:ext cx="763516" cy="763520"/>
          </a:xfrm>
          <a:custGeom>
            <a:avLst/>
            <a:gdLst>
              <a:gd name="T0" fmla="*/ 305 w 611"/>
              <a:gd name="T1" fmla="*/ 0 h 611"/>
              <a:gd name="T2" fmla="*/ 305 w 611"/>
              <a:gd name="T3" fmla="*/ 0 h 611"/>
              <a:gd name="T4" fmla="*/ 0 w 611"/>
              <a:gd name="T5" fmla="*/ 305 h 611"/>
              <a:gd name="T6" fmla="*/ 0 w 611"/>
              <a:gd name="T7" fmla="*/ 305 h 611"/>
              <a:gd name="T8" fmla="*/ 305 w 611"/>
              <a:gd name="T9" fmla="*/ 610 h 611"/>
              <a:gd name="T10" fmla="*/ 305 w 611"/>
              <a:gd name="T11" fmla="*/ 610 h 611"/>
              <a:gd name="T12" fmla="*/ 610 w 611"/>
              <a:gd name="T13" fmla="*/ 305 h 611"/>
              <a:gd name="T14" fmla="*/ 610 w 611"/>
              <a:gd name="T15" fmla="*/ 305 h 611"/>
              <a:gd name="T16" fmla="*/ 305 w 611"/>
              <a:gd name="T17" fmla="*/ 0 h 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1" h="611">
                <a:moveTo>
                  <a:pt x="305" y="0"/>
                </a:moveTo>
                <a:lnTo>
                  <a:pt x="305" y="0"/>
                </a:lnTo>
                <a:cubicBezTo>
                  <a:pt x="136" y="0"/>
                  <a:pt x="0" y="136"/>
                  <a:pt x="0" y="305"/>
                </a:cubicBezTo>
                <a:lnTo>
                  <a:pt x="0" y="305"/>
                </a:lnTo>
                <a:cubicBezTo>
                  <a:pt x="0" y="474"/>
                  <a:pt x="136" y="610"/>
                  <a:pt x="305" y="610"/>
                </a:cubicBezTo>
                <a:lnTo>
                  <a:pt x="305" y="610"/>
                </a:lnTo>
                <a:cubicBezTo>
                  <a:pt x="473" y="610"/>
                  <a:pt x="610" y="474"/>
                  <a:pt x="610" y="305"/>
                </a:cubicBezTo>
                <a:lnTo>
                  <a:pt x="610" y="305"/>
                </a:lnTo>
                <a:cubicBezTo>
                  <a:pt x="610" y="136"/>
                  <a:pt x="473" y="0"/>
                  <a:pt x="305" y="0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F72291F1-8438-A84F-B552-AB72D79CA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8404" y="4458094"/>
            <a:ext cx="763520" cy="763520"/>
          </a:xfrm>
          <a:custGeom>
            <a:avLst/>
            <a:gdLst>
              <a:gd name="T0" fmla="*/ 305 w 612"/>
              <a:gd name="T1" fmla="*/ 0 h 611"/>
              <a:gd name="T2" fmla="*/ 305 w 612"/>
              <a:gd name="T3" fmla="*/ 0 h 611"/>
              <a:gd name="T4" fmla="*/ 0 w 612"/>
              <a:gd name="T5" fmla="*/ 305 h 611"/>
              <a:gd name="T6" fmla="*/ 0 w 612"/>
              <a:gd name="T7" fmla="*/ 305 h 611"/>
              <a:gd name="T8" fmla="*/ 305 w 612"/>
              <a:gd name="T9" fmla="*/ 610 h 611"/>
              <a:gd name="T10" fmla="*/ 305 w 612"/>
              <a:gd name="T11" fmla="*/ 610 h 611"/>
              <a:gd name="T12" fmla="*/ 611 w 612"/>
              <a:gd name="T13" fmla="*/ 305 h 611"/>
              <a:gd name="T14" fmla="*/ 611 w 612"/>
              <a:gd name="T15" fmla="*/ 305 h 611"/>
              <a:gd name="T16" fmla="*/ 305 w 612"/>
              <a:gd name="T17" fmla="*/ 0 h 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1">
                <a:moveTo>
                  <a:pt x="305" y="0"/>
                </a:moveTo>
                <a:lnTo>
                  <a:pt x="305" y="0"/>
                </a:lnTo>
                <a:cubicBezTo>
                  <a:pt x="136" y="0"/>
                  <a:pt x="0" y="136"/>
                  <a:pt x="0" y="305"/>
                </a:cubicBezTo>
                <a:lnTo>
                  <a:pt x="0" y="305"/>
                </a:lnTo>
                <a:cubicBezTo>
                  <a:pt x="0" y="474"/>
                  <a:pt x="136" y="610"/>
                  <a:pt x="305" y="610"/>
                </a:cubicBezTo>
                <a:lnTo>
                  <a:pt x="305" y="610"/>
                </a:lnTo>
                <a:cubicBezTo>
                  <a:pt x="474" y="610"/>
                  <a:pt x="611" y="474"/>
                  <a:pt x="611" y="305"/>
                </a:cubicBezTo>
                <a:lnTo>
                  <a:pt x="611" y="305"/>
                </a:lnTo>
                <a:cubicBezTo>
                  <a:pt x="611" y="136"/>
                  <a:pt x="474" y="0"/>
                  <a:pt x="305" y="0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Subtitle 2">
            <a:extLst>
              <a:ext uri="{FF2B5EF4-FFF2-40B4-BE49-F238E27FC236}">
                <a16:creationId xmlns:a16="http://schemas.microsoft.com/office/drawing/2014/main" id="{D70672EF-1A48-0446-BD62-76FB39FE4593}"/>
              </a:ext>
            </a:extLst>
          </p:cNvPr>
          <p:cNvSpPr txBox="1">
            <a:spLocks/>
          </p:cNvSpPr>
          <p:nvPr/>
        </p:nvSpPr>
        <p:spPr>
          <a:xfrm>
            <a:off x="2322457" y="10468320"/>
            <a:ext cx="2956258" cy="54117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</a:pPr>
            <a:r>
              <a:rPr lang="en-US" sz="3600" b="1" dirty="0"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FA8A26-B119-3447-92E3-AD7A6FC26C0A}"/>
              </a:ext>
            </a:extLst>
          </p:cNvPr>
          <p:cNvSpPr txBox="1"/>
          <p:nvPr/>
        </p:nvSpPr>
        <p:spPr>
          <a:xfrm>
            <a:off x="3006468" y="5440773"/>
            <a:ext cx="1632178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GRUPO</a:t>
            </a:r>
          </a:p>
        </p:txBody>
      </p:sp>
      <p:sp>
        <p:nvSpPr>
          <p:cNvPr id="43" name="Subtitle 2">
            <a:extLst>
              <a:ext uri="{FF2B5EF4-FFF2-40B4-BE49-F238E27FC236}">
                <a16:creationId xmlns:a16="http://schemas.microsoft.com/office/drawing/2014/main" id="{0CA9D582-AE50-2245-91CA-8E1AA0B10B34}"/>
              </a:ext>
            </a:extLst>
          </p:cNvPr>
          <p:cNvSpPr txBox="1">
            <a:spLocks/>
          </p:cNvSpPr>
          <p:nvPr/>
        </p:nvSpPr>
        <p:spPr>
          <a:xfrm>
            <a:off x="6393251" y="6454200"/>
            <a:ext cx="3466041" cy="228985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</a:pPr>
            <a:r>
              <a:rPr lang="pt-BR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Cliente com problema no gerenciamento do estoque (sistema não entregava o que ele precisava)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AD1316-04CE-F14E-95B3-D18AE65E1C4B}"/>
              </a:ext>
            </a:extLst>
          </p:cNvPr>
          <p:cNvSpPr txBox="1"/>
          <p:nvPr/>
        </p:nvSpPr>
        <p:spPr>
          <a:xfrm>
            <a:off x="7015232" y="5440773"/>
            <a:ext cx="2222083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OBJETIVO</a:t>
            </a:r>
          </a:p>
        </p:txBody>
      </p:sp>
      <p:sp>
        <p:nvSpPr>
          <p:cNvPr id="46" name="Subtitle 2">
            <a:extLst>
              <a:ext uri="{FF2B5EF4-FFF2-40B4-BE49-F238E27FC236}">
                <a16:creationId xmlns:a16="http://schemas.microsoft.com/office/drawing/2014/main" id="{90BB3114-6A20-C248-ACBD-217A4803CFB9}"/>
              </a:ext>
            </a:extLst>
          </p:cNvPr>
          <p:cNvSpPr txBox="1">
            <a:spLocks/>
          </p:cNvSpPr>
          <p:nvPr/>
        </p:nvSpPr>
        <p:spPr>
          <a:xfrm>
            <a:off x="10688727" y="6330544"/>
            <a:ext cx="3434365" cy="243759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</a:pPr>
            <a:r>
              <a:rPr lang="pt-BR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DUAS FRENTES:</a:t>
            </a:r>
            <a:br>
              <a:rPr lang="pt-BR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</a:br>
            <a:r>
              <a:rPr lang="pt-BR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Ferramenta de Business </a:t>
            </a:r>
            <a:r>
              <a:rPr lang="pt-BR" dirty="0" err="1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Inteligence</a:t>
            </a:r>
            <a:endParaRPr lang="pt-BR" dirty="0">
              <a:solidFill>
                <a:srgbClr val="000000"/>
              </a:solidFill>
              <a:latin typeface="Lato Light" panose="020F0502020204030203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>
              <a:lnSpc>
                <a:spcPts val="3500"/>
              </a:lnSpc>
            </a:pPr>
            <a:r>
              <a:rPr lang="pt-BR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+</a:t>
            </a:r>
          </a:p>
          <a:p>
            <a:pPr>
              <a:lnSpc>
                <a:spcPts val="3500"/>
              </a:lnSpc>
            </a:pPr>
            <a:r>
              <a:rPr lang="pt-BR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Controle de Estoque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DF1FB4-92B2-584C-87A0-9F6291E4580F}"/>
              </a:ext>
            </a:extLst>
          </p:cNvPr>
          <p:cNvSpPr txBox="1"/>
          <p:nvPr/>
        </p:nvSpPr>
        <p:spPr>
          <a:xfrm>
            <a:off x="11491730" y="5440773"/>
            <a:ext cx="1871025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ESCOPO</a:t>
            </a:r>
          </a:p>
        </p:txBody>
      </p:sp>
      <p:sp>
        <p:nvSpPr>
          <p:cNvPr id="49" name="Subtitle 2">
            <a:extLst>
              <a:ext uri="{FF2B5EF4-FFF2-40B4-BE49-F238E27FC236}">
                <a16:creationId xmlns:a16="http://schemas.microsoft.com/office/drawing/2014/main" id="{BF75251A-9FD0-7B4F-9DEC-B5D5E37D5519}"/>
              </a:ext>
            </a:extLst>
          </p:cNvPr>
          <p:cNvSpPr txBox="1">
            <a:spLocks/>
          </p:cNvSpPr>
          <p:nvPr/>
        </p:nvSpPr>
        <p:spPr>
          <a:xfrm>
            <a:off x="14995189" y="6502161"/>
            <a:ext cx="3482520" cy="184101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</a:pPr>
            <a:r>
              <a:rPr lang="pt-BR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Criação da ferramenta de receitas, que fará parte da entrega final do controle de estoque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6E3C17E-5CF8-684D-9618-5DF0EB1688DE}"/>
              </a:ext>
            </a:extLst>
          </p:cNvPr>
          <p:cNvSpPr txBox="1"/>
          <p:nvPr/>
        </p:nvSpPr>
        <p:spPr>
          <a:xfrm>
            <a:off x="15854638" y="5440773"/>
            <a:ext cx="1763624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STATUS</a:t>
            </a:r>
          </a:p>
        </p:txBody>
      </p:sp>
      <p:sp>
        <p:nvSpPr>
          <p:cNvPr id="52" name="Subtitle 2">
            <a:extLst>
              <a:ext uri="{FF2B5EF4-FFF2-40B4-BE49-F238E27FC236}">
                <a16:creationId xmlns:a16="http://schemas.microsoft.com/office/drawing/2014/main" id="{62960430-CBB6-CA41-A4BC-E0A1605B6B2A}"/>
              </a:ext>
            </a:extLst>
          </p:cNvPr>
          <p:cNvSpPr txBox="1">
            <a:spLocks/>
          </p:cNvSpPr>
          <p:nvPr/>
        </p:nvSpPr>
        <p:spPr>
          <a:xfrm>
            <a:off x="19323623" y="6524398"/>
            <a:ext cx="3471533" cy="191488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</a:pPr>
            <a:r>
              <a:rPr lang="pt-BR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Adaptação à ferramenta da TOTVS.</a:t>
            </a:r>
          </a:p>
          <a:p>
            <a:pPr>
              <a:lnSpc>
                <a:spcPts val="3500"/>
              </a:lnSpc>
            </a:pPr>
            <a:r>
              <a:rPr lang="pt-BR" dirty="0" err="1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Streamlit</a:t>
            </a:r>
            <a:r>
              <a:rPr lang="pt-BR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 seguro para uso do restaurante.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875029-B5D4-9146-BFF2-737B9A910C8F}"/>
              </a:ext>
            </a:extLst>
          </p:cNvPr>
          <p:cNvSpPr txBox="1"/>
          <p:nvPr/>
        </p:nvSpPr>
        <p:spPr>
          <a:xfrm>
            <a:off x="20181254" y="5440773"/>
            <a:ext cx="1712328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RISCOS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87C3EE7-5B7D-B949-ACAF-405B4A6F748C}"/>
              </a:ext>
            </a:extLst>
          </p:cNvPr>
          <p:cNvSpPr txBox="1"/>
          <p:nvPr/>
        </p:nvSpPr>
        <p:spPr>
          <a:xfrm>
            <a:off x="3650533" y="4552644"/>
            <a:ext cx="338554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A7B16C5-BEFC-7B44-9792-C4BD29A74513}"/>
              </a:ext>
            </a:extLst>
          </p:cNvPr>
          <p:cNvSpPr txBox="1"/>
          <p:nvPr/>
        </p:nvSpPr>
        <p:spPr>
          <a:xfrm>
            <a:off x="7916920" y="4552644"/>
            <a:ext cx="418704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262B2C5-6486-A84E-9302-68ED3195BB5D}"/>
              </a:ext>
            </a:extLst>
          </p:cNvPr>
          <p:cNvSpPr txBox="1"/>
          <p:nvPr/>
        </p:nvSpPr>
        <p:spPr>
          <a:xfrm>
            <a:off x="12213421" y="4552644"/>
            <a:ext cx="433132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EE43AD-67A1-E144-8A0F-CD104F04921A}"/>
              </a:ext>
            </a:extLst>
          </p:cNvPr>
          <p:cNvSpPr txBox="1"/>
          <p:nvPr/>
        </p:nvSpPr>
        <p:spPr>
          <a:xfrm>
            <a:off x="16502710" y="4552644"/>
            <a:ext cx="461986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E50A95-4F71-2B46-8D70-F9BF0EFFC51D}"/>
              </a:ext>
            </a:extLst>
          </p:cNvPr>
          <p:cNvSpPr txBox="1"/>
          <p:nvPr/>
        </p:nvSpPr>
        <p:spPr>
          <a:xfrm>
            <a:off x="20812034" y="4552644"/>
            <a:ext cx="450764" cy="584775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5</a:t>
            </a:r>
          </a:p>
        </p:txBody>
      </p:sp>
      <p:pic>
        <p:nvPicPr>
          <p:cNvPr id="23" name="Imagem 22" descr="Homem com óculos de grau&#10;&#10;O conteúdo gerado por IA pode estar incorreto.">
            <a:extLst>
              <a:ext uri="{FF2B5EF4-FFF2-40B4-BE49-F238E27FC236}">
                <a16:creationId xmlns:a16="http://schemas.microsoft.com/office/drawing/2014/main" id="{A5DB0364-33DB-6BB9-A639-5EED8F0C57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172" y="9950901"/>
            <a:ext cx="1053423" cy="13560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5" name="Gráfico 24" descr="Usuário com preenchimento sólido">
            <a:extLst>
              <a:ext uri="{FF2B5EF4-FFF2-40B4-BE49-F238E27FC236}">
                <a16:creationId xmlns:a16="http://schemas.microsoft.com/office/drawing/2014/main" id="{582C415A-16D0-5008-0649-F680CC0A6A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9179" y="10267072"/>
            <a:ext cx="914400" cy="914400"/>
          </a:xfrm>
          <a:prstGeom prst="rect">
            <a:avLst/>
          </a:prstGeom>
        </p:spPr>
      </p:pic>
      <p:pic>
        <p:nvPicPr>
          <p:cNvPr id="26" name="Gráfico 25" descr="Usuário com preenchimento sólido">
            <a:extLst>
              <a:ext uri="{FF2B5EF4-FFF2-40B4-BE49-F238E27FC236}">
                <a16:creationId xmlns:a16="http://schemas.microsoft.com/office/drawing/2014/main" id="{85D8FE60-5900-6409-4E72-732418D68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0439" y="10267072"/>
            <a:ext cx="914400" cy="914400"/>
          </a:xfrm>
          <a:prstGeom prst="rect">
            <a:avLst/>
          </a:prstGeom>
        </p:spPr>
      </p:pic>
      <p:sp>
        <p:nvSpPr>
          <p:cNvPr id="27" name="Subtitle 2">
            <a:extLst>
              <a:ext uri="{FF2B5EF4-FFF2-40B4-BE49-F238E27FC236}">
                <a16:creationId xmlns:a16="http://schemas.microsoft.com/office/drawing/2014/main" id="{1AE2D13E-6702-626C-D8F6-6ED35F7CB60F}"/>
              </a:ext>
            </a:extLst>
          </p:cNvPr>
          <p:cNvSpPr txBox="1">
            <a:spLocks/>
          </p:cNvSpPr>
          <p:nvPr/>
        </p:nvSpPr>
        <p:spPr>
          <a:xfrm>
            <a:off x="2119743" y="6434148"/>
            <a:ext cx="3400129" cy="191488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</a:pPr>
            <a:r>
              <a:rPr lang="pt-BR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Integrante: Matheus de Oliveira Stichtenoth</a:t>
            </a:r>
          </a:p>
          <a:p>
            <a:pPr>
              <a:lnSpc>
                <a:spcPts val="3500"/>
              </a:lnSpc>
            </a:pPr>
            <a:r>
              <a:rPr lang="pt-BR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Curso: Ciência de Dados</a:t>
            </a:r>
          </a:p>
        </p:txBody>
      </p:sp>
      <p:pic>
        <p:nvPicPr>
          <p:cNvPr id="1026" name="Picture 2" descr="Caracol | Icono Gratis">
            <a:extLst>
              <a:ext uri="{FF2B5EF4-FFF2-40B4-BE49-F238E27FC236}">
                <a16:creationId xmlns:a16="http://schemas.microsoft.com/office/drawing/2014/main" id="{2C46A973-7819-DCFA-D46E-0C2FF3869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8521" y="9994384"/>
            <a:ext cx="823940" cy="82394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2833621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SM - Theme 19 - Light">
      <a:dk1>
        <a:srgbClr val="AAAAAA"/>
      </a:dk1>
      <a:lt1>
        <a:srgbClr val="FFFFFF"/>
      </a:lt1>
      <a:dk2>
        <a:srgbClr val="08204C"/>
      </a:dk2>
      <a:lt2>
        <a:srgbClr val="FEFFFE"/>
      </a:lt2>
      <a:accent1>
        <a:srgbClr val="35CA78"/>
      </a:accent1>
      <a:accent2>
        <a:srgbClr val="23A4A7"/>
      </a:accent2>
      <a:accent3>
        <a:srgbClr val="1060B1"/>
      </a:accent3>
      <a:accent4>
        <a:srgbClr val="566A7C"/>
      </a:accent4>
      <a:accent5>
        <a:srgbClr val="98A9BC"/>
      </a:accent5>
      <a:accent6>
        <a:srgbClr val="52647F"/>
      </a:accent6>
      <a:hlink>
        <a:srgbClr val="6B9F25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82040</TotalTime>
  <Words>87</Words>
  <Application>Microsoft Office PowerPoint</Application>
  <PresentationFormat>Personalizar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Lato Light</vt:lpstr>
      <vt:lpstr>Poppins</vt:lpstr>
      <vt:lpstr>Poppins Light</vt:lpstr>
      <vt:lpstr>Default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</dc:title>
  <dc:subject>Templates</dc:subject>
  <dc:creator>Matheus</dc:creator>
  <cp:keywords/>
  <dc:description/>
  <cp:lastModifiedBy>Matheus de Oliveira Stichtenoth</cp:lastModifiedBy>
  <cp:revision>9682</cp:revision>
  <cp:lastPrinted>2019-09-18T23:04:43Z</cp:lastPrinted>
  <dcterms:created xsi:type="dcterms:W3CDTF">2014-11-12T21:47:38Z</dcterms:created>
  <dcterms:modified xsi:type="dcterms:W3CDTF">2025-09-22T01:45:20Z</dcterms:modified>
  <cp:category/>
</cp:coreProperties>
</file>